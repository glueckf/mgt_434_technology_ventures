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6"/>
  </p:notesMasterIdLst>
  <p:sldIdLst>
    <p:sldId id="256" r:id="rId2"/>
    <p:sldId id="259" r:id="rId3"/>
    <p:sldId id="257" r:id="rId4"/>
    <p:sldId id="258" r:id="rId5"/>
  </p:sldIdLst>
  <p:sldSz cx="6983413" cy="9972675"/>
  <p:notesSz cx="6811963" cy="9942513"/>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6F2E6"/>
    <a:srgbClr val="F9F8F6"/>
    <a:srgbClr val="5E1258"/>
    <a:srgbClr val="DBD2C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790" autoAdjust="0"/>
    <p:restoredTop sz="94658"/>
  </p:normalViewPr>
  <p:slideViewPr>
    <p:cSldViewPr snapToGrid="0">
      <p:cViewPr varScale="1">
        <p:scale>
          <a:sx n="82" d="100"/>
          <a:sy n="82" d="100"/>
        </p:scale>
        <p:origin x="3408"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51851" cy="498852"/>
          </a:xfrm>
          <a:prstGeom prst="rect">
            <a:avLst/>
          </a:prstGeom>
        </p:spPr>
        <p:txBody>
          <a:bodyPr vert="horz" lIns="91412" tIns="45706" rIns="91412" bIns="45706" rtlCol="0"/>
          <a:lstStyle>
            <a:lvl1pPr algn="l">
              <a:defRPr sz="1200"/>
            </a:lvl1pPr>
          </a:lstStyle>
          <a:p>
            <a:endParaRPr lang="en-US"/>
          </a:p>
        </p:txBody>
      </p:sp>
      <p:sp>
        <p:nvSpPr>
          <p:cNvPr id="3" name="Date Placeholder 2"/>
          <p:cNvSpPr>
            <a:spLocks noGrp="1"/>
          </p:cNvSpPr>
          <p:nvPr>
            <p:ph type="dt" idx="1"/>
          </p:nvPr>
        </p:nvSpPr>
        <p:spPr>
          <a:xfrm>
            <a:off x="3858538" y="0"/>
            <a:ext cx="2951851" cy="498852"/>
          </a:xfrm>
          <a:prstGeom prst="rect">
            <a:avLst/>
          </a:prstGeom>
        </p:spPr>
        <p:txBody>
          <a:bodyPr vert="horz" lIns="91412" tIns="45706" rIns="91412" bIns="45706" rtlCol="0"/>
          <a:lstStyle>
            <a:lvl1pPr algn="r">
              <a:defRPr sz="1200"/>
            </a:lvl1pPr>
          </a:lstStyle>
          <a:p>
            <a:fld id="{B534435D-B1E1-47FC-BDDE-61D7DA1EE440}" type="datetimeFigureOut">
              <a:rPr lang="en-US" smtClean="0"/>
              <a:t>9/17/26</a:t>
            </a:fld>
            <a:endParaRPr lang="en-US"/>
          </a:p>
        </p:txBody>
      </p:sp>
      <p:sp>
        <p:nvSpPr>
          <p:cNvPr id="4" name="Slide Image Placeholder 3"/>
          <p:cNvSpPr>
            <a:spLocks noGrp="1" noRot="1" noChangeAspect="1"/>
          </p:cNvSpPr>
          <p:nvPr>
            <p:ph type="sldImg" idx="2"/>
          </p:nvPr>
        </p:nvSpPr>
        <p:spPr>
          <a:xfrm>
            <a:off x="2232025" y="1243013"/>
            <a:ext cx="2347913" cy="3355975"/>
          </a:xfrm>
          <a:prstGeom prst="rect">
            <a:avLst/>
          </a:prstGeom>
          <a:noFill/>
          <a:ln w="12700">
            <a:solidFill>
              <a:prstClr val="black"/>
            </a:solidFill>
          </a:ln>
        </p:spPr>
        <p:txBody>
          <a:bodyPr vert="horz" lIns="91412" tIns="45706" rIns="91412" bIns="45706" rtlCol="0" anchor="ctr"/>
          <a:lstStyle/>
          <a:p>
            <a:endParaRPr lang="en-US"/>
          </a:p>
        </p:txBody>
      </p:sp>
      <p:sp>
        <p:nvSpPr>
          <p:cNvPr id="5" name="Notes Placeholder 4"/>
          <p:cNvSpPr>
            <a:spLocks noGrp="1"/>
          </p:cNvSpPr>
          <p:nvPr>
            <p:ph type="body" sz="quarter" idx="3"/>
          </p:nvPr>
        </p:nvSpPr>
        <p:spPr>
          <a:xfrm>
            <a:off x="681197" y="4784835"/>
            <a:ext cx="5449570" cy="3914864"/>
          </a:xfrm>
          <a:prstGeom prst="rect">
            <a:avLst/>
          </a:prstGeom>
        </p:spPr>
        <p:txBody>
          <a:bodyPr vert="horz" lIns="91412" tIns="45706" rIns="91412" bIns="45706"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443664"/>
            <a:ext cx="2951851" cy="498851"/>
          </a:xfrm>
          <a:prstGeom prst="rect">
            <a:avLst/>
          </a:prstGeom>
        </p:spPr>
        <p:txBody>
          <a:bodyPr vert="horz" lIns="91412" tIns="45706" rIns="91412" bIns="45706" rtlCol="0" anchor="b"/>
          <a:lstStyle>
            <a:lvl1pPr algn="l">
              <a:defRPr sz="1200"/>
            </a:lvl1pPr>
          </a:lstStyle>
          <a:p>
            <a:endParaRPr lang="en-US"/>
          </a:p>
        </p:txBody>
      </p:sp>
      <p:sp>
        <p:nvSpPr>
          <p:cNvPr id="7" name="Slide Number Placeholder 6"/>
          <p:cNvSpPr>
            <a:spLocks noGrp="1"/>
          </p:cNvSpPr>
          <p:nvPr>
            <p:ph type="sldNum" sz="quarter" idx="5"/>
          </p:nvPr>
        </p:nvSpPr>
        <p:spPr>
          <a:xfrm>
            <a:off x="3858538" y="9443664"/>
            <a:ext cx="2951851" cy="498851"/>
          </a:xfrm>
          <a:prstGeom prst="rect">
            <a:avLst/>
          </a:prstGeom>
        </p:spPr>
        <p:txBody>
          <a:bodyPr vert="horz" lIns="91412" tIns="45706" rIns="91412" bIns="45706" rtlCol="0" anchor="b"/>
          <a:lstStyle>
            <a:lvl1pPr algn="r">
              <a:defRPr sz="1200"/>
            </a:lvl1pPr>
          </a:lstStyle>
          <a:p>
            <a:fld id="{FC5DF68B-5F9A-4E94-AF8B-7F0A9816E02A}" type="slidenum">
              <a:rPr lang="en-US" smtClean="0"/>
              <a:t>‹#›</a:t>
            </a:fld>
            <a:endParaRPr lang="en-US"/>
          </a:p>
        </p:txBody>
      </p:sp>
    </p:spTree>
    <p:extLst>
      <p:ext uri="{BB962C8B-B14F-4D97-AF65-F5344CB8AC3E}">
        <p14:creationId xmlns:p14="http://schemas.microsoft.com/office/powerpoint/2010/main" val="3269854795"/>
      </p:ext>
    </p:extLst>
  </p:cSld>
  <p:clrMap bg1="lt1" tx1="dk1" bg2="lt2" tx2="dk2" accent1="accent1" accent2="accent2" accent3="accent3" accent4="accent4" accent5="accent5" accent6="accent6" hlink="hlink" folHlink="folHlink"/>
  <p:notesStyle>
    <a:lvl1pPr marL="0" algn="l" defTabSz="908548" rtl="0" eaLnBrk="1" latinLnBrk="0" hangingPunct="1">
      <a:defRPr sz="1192" kern="1200">
        <a:solidFill>
          <a:schemeClr val="tx1"/>
        </a:solidFill>
        <a:latin typeface="+mn-lt"/>
        <a:ea typeface="+mn-ea"/>
        <a:cs typeface="+mn-cs"/>
      </a:defRPr>
    </a:lvl1pPr>
    <a:lvl2pPr marL="454274" algn="l" defTabSz="908548" rtl="0" eaLnBrk="1" latinLnBrk="0" hangingPunct="1">
      <a:defRPr sz="1192" kern="1200">
        <a:solidFill>
          <a:schemeClr val="tx1"/>
        </a:solidFill>
        <a:latin typeface="+mn-lt"/>
        <a:ea typeface="+mn-ea"/>
        <a:cs typeface="+mn-cs"/>
      </a:defRPr>
    </a:lvl2pPr>
    <a:lvl3pPr marL="908548" algn="l" defTabSz="908548" rtl="0" eaLnBrk="1" latinLnBrk="0" hangingPunct="1">
      <a:defRPr sz="1192" kern="1200">
        <a:solidFill>
          <a:schemeClr val="tx1"/>
        </a:solidFill>
        <a:latin typeface="+mn-lt"/>
        <a:ea typeface="+mn-ea"/>
        <a:cs typeface="+mn-cs"/>
      </a:defRPr>
    </a:lvl3pPr>
    <a:lvl4pPr marL="1362822" algn="l" defTabSz="908548" rtl="0" eaLnBrk="1" latinLnBrk="0" hangingPunct="1">
      <a:defRPr sz="1192" kern="1200">
        <a:solidFill>
          <a:schemeClr val="tx1"/>
        </a:solidFill>
        <a:latin typeface="+mn-lt"/>
        <a:ea typeface="+mn-ea"/>
        <a:cs typeface="+mn-cs"/>
      </a:defRPr>
    </a:lvl4pPr>
    <a:lvl5pPr marL="1817096" algn="l" defTabSz="908548" rtl="0" eaLnBrk="1" latinLnBrk="0" hangingPunct="1">
      <a:defRPr sz="1192" kern="1200">
        <a:solidFill>
          <a:schemeClr val="tx1"/>
        </a:solidFill>
        <a:latin typeface="+mn-lt"/>
        <a:ea typeface="+mn-ea"/>
        <a:cs typeface="+mn-cs"/>
      </a:defRPr>
    </a:lvl5pPr>
    <a:lvl6pPr marL="2271370" algn="l" defTabSz="908548" rtl="0" eaLnBrk="1" latinLnBrk="0" hangingPunct="1">
      <a:defRPr sz="1192" kern="1200">
        <a:solidFill>
          <a:schemeClr val="tx1"/>
        </a:solidFill>
        <a:latin typeface="+mn-lt"/>
        <a:ea typeface="+mn-ea"/>
        <a:cs typeface="+mn-cs"/>
      </a:defRPr>
    </a:lvl6pPr>
    <a:lvl7pPr marL="2725644" algn="l" defTabSz="908548" rtl="0" eaLnBrk="1" latinLnBrk="0" hangingPunct="1">
      <a:defRPr sz="1192" kern="1200">
        <a:solidFill>
          <a:schemeClr val="tx1"/>
        </a:solidFill>
        <a:latin typeface="+mn-lt"/>
        <a:ea typeface="+mn-ea"/>
        <a:cs typeface="+mn-cs"/>
      </a:defRPr>
    </a:lvl7pPr>
    <a:lvl8pPr marL="3179917" algn="l" defTabSz="908548" rtl="0" eaLnBrk="1" latinLnBrk="0" hangingPunct="1">
      <a:defRPr sz="1192" kern="1200">
        <a:solidFill>
          <a:schemeClr val="tx1"/>
        </a:solidFill>
        <a:latin typeface="+mn-lt"/>
        <a:ea typeface="+mn-ea"/>
        <a:cs typeface="+mn-cs"/>
      </a:defRPr>
    </a:lvl8pPr>
    <a:lvl9pPr marL="3634191" algn="l" defTabSz="908548" rtl="0" eaLnBrk="1" latinLnBrk="0" hangingPunct="1">
      <a:defRPr sz="1192"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23756" y="1632103"/>
            <a:ext cx="5935901" cy="3471968"/>
          </a:xfrm>
        </p:spPr>
        <p:txBody>
          <a:bodyPr anchor="b"/>
          <a:lstStyle>
            <a:lvl1pPr algn="ctr">
              <a:defRPr sz="4582"/>
            </a:lvl1pPr>
          </a:lstStyle>
          <a:p>
            <a:r>
              <a:rPr lang="en-US"/>
              <a:t>Click to edit Master title style</a:t>
            </a:r>
            <a:endParaRPr lang="en-US" dirty="0"/>
          </a:p>
        </p:txBody>
      </p:sp>
      <p:sp>
        <p:nvSpPr>
          <p:cNvPr id="3" name="Subtitle 2"/>
          <p:cNvSpPr>
            <a:spLocks noGrp="1"/>
          </p:cNvSpPr>
          <p:nvPr>
            <p:ph type="subTitle" idx="1"/>
          </p:nvPr>
        </p:nvSpPr>
        <p:spPr>
          <a:xfrm>
            <a:off x="872927" y="5237964"/>
            <a:ext cx="5237560" cy="2407754"/>
          </a:xfrm>
        </p:spPr>
        <p:txBody>
          <a:bodyPr/>
          <a:lstStyle>
            <a:lvl1pPr marL="0" indent="0" algn="ctr">
              <a:buNone/>
              <a:defRPr sz="1833"/>
            </a:lvl1pPr>
            <a:lvl2pPr marL="349164" indent="0" algn="ctr">
              <a:buNone/>
              <a:defRPr sz="1527"/>
            </a:lvl2pPr>
            <a:lvl3pPr marL="698327" indent="0" algn="ctr">
              <a:buNone/>
              <a:defRPr sz="1375"/>
            </a:lvl3pPr>
            <a:lvl4pPr marL="1047491" indent="0" algn="ctr">
              <a:buNone/>
              <a:defRPr sz="1222"/>
            </a:lvl4pPr>
            <a:lvl5pPr marL="1396655" indent="0" algn="ctr">
              <a:buNone/>
              <a:defRPr sz="1222"/>
            </a:lvl5pPr>
            <a:lvl6pPr marL="1745818" indent="0" algn="ctr">
              <a:buNone/>
              <a:defRPr sz="1222"/>
            </a:lvl6pPr>
            <a:lvl7pPr marL="2094982" indent="0" algn="ctr">
              <a:buNone/>
              <a:defRPr sz="1222"/>
            </a:lvl7pPr>
            <a:lvl8pPr marL="2444145" indent="0" algn="ctr">
              <a:buNone/>
              <a:defRPr sz="1222"/>
            </a:lvl8pPr>
            <a:lvl9pPr marL="2793309" indent="0" algn="ctr">
              <a:buNone/>
              <a:defRPr sz="1222"/>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F288D87-013E-4F63-84FE-B2D5A86E6A04}" type="datetimeFigureOut">
              <a:rPr lang="en-US" smtClean="0"/>
              <a:t>9/17/26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5BFA5E-7A4F-416B-92AB-ECC01838E58D}" type="slidenum">
              <a:rPr lang="en-US" smtClean="0"/>
              <a:t>‹#›</a:t>
            </a:fld>
            <a:endParaRPr lang="en-US"/>
          </a:p>
        </p:txBody>
      </p:sp>
    </p:spTree>
    <p:extLst>
      <p:ext uri="{BB962C8B-B14F-4D97-AF65-F5344CB8AC3E}">
        <p14:creationId xmlns:p14="http://schemas.microsoft.com/office/powerpoint/2010/main" val="22225539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F288D87-013E-4F63-84FE-B2D5A86E6A04}" type="datetimeFigureOut">
              <a:rPr lang="en-US" smtClean="0"/>
              <a:t>9/17/26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5BFA5E-7A4F-416B-92AB-ECC01838E58D}" type="slidenum">
              <a:rPr lang="en-US" smtClean="0"/>
              <a:t>‹#›</a:t>
            </a:fld>
            <a:endParaRPr lang="en-US"/>
          </a:p>
        </p:txBody>
      </p:sp>
    </p:spTree>
    <p:extLst>
      <p:ext uri="{BB962C8B-B14F-4D97-AF65-F5344CB8AC3E}">
        <p14:creationId xmlns:p14="http://schemas.microsoft.com/office/powerpoint/2010/main" val="9358537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76473" y="2486246"/>
            <a:ext cx="6023194" cy="4148355"/>
          </a:xfrm>
        </p:spPr>
        <p:txBody>
          <a:bodyPr anchor="b"/>
          <a:lstStyle>
            <a:lvl1pPr>
              <a:defRPr sz="4582"/>
            </a:lvl1pPr>
          </a:lstStyle>
          <a:p>
            <a:r>
              <a:rPr lang="en-US"/>
              <a:t>Click to edit Master title style</a:t>
            </a:r>
            <a:endParaRPr lang="en-US" dirty="0"/>
          </a:p>
        </p:txBody>
      </p:sp>
      <p:sp>
        <p:nvSpPr>
          <p:cNvPr id="3" name="Text Placeholder 2"/>
          <p:cNvSpPr>
            <a:spLocks noGrp="1"/>
          </p:cNvSpPr>
          <p:nvPr>
            <p:ph type="body" idx="1"/>
          </p:nvPr>
        </p:nvSpPr>
        <p:spPr>
          <a:xfrm>
            <a:off x="476473" y="6673846"/>
            <a:ext cx="6023194" cy="2181522"/>
          </a:xfrm>
        </p:spPr>
        <p:txBody>
          <a:bodyPr/>
          <a:lstStyle>
            <a:lvl1pPr marL="0" indent="0">
              <a:buNone/>
              <a:defRPr sz="1833">
                <a:solidFill>
                  <a:schemeClr val="tx1">
                    <a:tint val="82000"/>
                  </a:schemeClr>
                </a:solidFill>
              </a:defRPr>
            </a:lvl1pPr>
            <a:lvl2pPr marL="349164" indent="0">
              <a:buNone/>
              <a:defRPr sz="1527">
                <a:solidFill>
                  <a:schemeClr val="tx1">
                    <a:tint val="82000"/>
                  </a:schemeClr>
                </a:solidFill>
              </a:defRPr>
            </a:lvl2pPr>
            <a:lvl3pPr marL="698327" indent="0">
              <a:buNone/>
              <a:defRPr sz="1375">
                <a:solidFill>
                  <a:schemeClr val="tx1">
                    <a:tint val="82000"/>
                  </a:schemeClr>
                </a:solidFill>
              </a:defRPr>
            </a:lvl3pPr>
            <a:lvl4pPr marL="1047491" indent="0">
              <a:buNone/>
              <a:defRPr sz="1222">
                <a:solidFill>
                  <a:schemeClr val="tx1">
                    <a:tint val="82000"/>
                  </a:schemeClr>
                </a:solidFill>
              </a:defRPr>
            </a:lvl4pPr>
            <a:lvl5pPr marL="1396655" indent="0">
              <a:buNone/>
              <a:defRPr sz="1222">
                <a:solidFill>
                  <a:schemeClr val="tx1">
                    <a:tint val="82000"/>
                  </a:schemeClr>
                </a:solidFill>
              </a:defRPr>
            </a:lvl5pPr>
            <a:lvl6pPr marL="1745818" indent="0">
              <a:buNone/>
              <a:defRPr sz="1222">
                <a:solidFill>
                  <a:schemeClr val="tx1">
                    <a:tint val="82000"/>
                  </a:schemeClr>
                </a:solidFill>
              </a:defRPr>
            </a:lvl6pPr>
            <a:lvl7pPr marL="2094982" indent="0">
              <a:buNone/>
              <a:defRPr sz="1222">
                <a:solidFill>
                  <a:schemeClr val="tx1">
                    <a:tint val="82000"/>
                  </a:schemeClr>
                </a:solidFill>
              </a:defRPr>
            </a:lvl7pPr>
            <a:lvl8pPr marL="2444145" indent="0">
              <a:buNone/>
              <a:defRPr sz="1222">
                <a:solidFill>
                  <a:schemeClr val="tx1">
                    <a:tint val="82000"/>
                  </a:schemeClr>
                </a:solidFill>
              </a:defRPr>
            </a:lvl8pPr>
            <a:lvl9pPr marL="2793309" indent="0">
              <a:buNone/>
              <a:defRPr sz="1222">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F288D87-013E-4F63-84FE-B2D5A86E6A04}" type="datetimeFigureOut">
              <a:rPr lang="en-US" smtClean="0"/>
              <a:t>9/17/26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5BFA5E-7A4F-416B-92AB-ECC01838E58D}" type="slidenum">
              <a:rPr lang="en-US" smtClean="0"/>
              <a:t>‹#›</a:t>
            </a:fld>
            <a:endParaRPr lang="en-US"/>
          </a:p>
        </p:txBody>
      </p:sp>
    </p:spTree>
    <p:extLst>
      <p:ext uri="{BB962C8B-B14F-4D97-AF65-F5344CB8AC3E}">
        <p14:creationId xmlns:p14="http://schemas.microsoft.com/office/powerpoint/2010/main" val="30503652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80109" y="2654763"/>
            <a:ext cx="2967951" cy="63275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535353" y="2654763"/>
            <a:ext cx="2967951" cy="63275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F288D87-013E-4F63-84FE-B2D5A86E6A04}" type="datetimeFigureOut">
              <a:rPr lang="en-US" smtClean="0"/>
              <a:t>9/17/26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65BFA5E-7A4F-416B-92AB-ECC01838E58D}" type="slidenum">
              <a:rPr lang="en-US" smtClean="0"/>
              <a:t>‹#›</a:t>
            </a:fld>
            <a:endParaRPr lang="en-US"/>
          </a:p>
        </p:txBody>
      </p:sp>
    </p:spTree>
    <p:extLst>
      <p:ext uri="{BB962C8B-B14F-4D97-AF65-F5344CB8AC3E}">
        <p14:creationId xmlns:p14="http://schemas.microsoft.com/office/powerpoint/2010/main" val="41618095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81019" y="530955"/>
            <a:ext cx="6023194" cy="1927590"/>
          </a:xfrm>
        </p:spPr>
        <p:txBody>
          <a:bodyPr/>
          <a:lstStyle/>
          <a:p>
            <a:r>
              <a:rPr lang="en-US"/>
              <a:t>Click to edit Master title style</a:t>
            </a:r>
            <a:endParaRPr lang="en-US" dirty="0"/>
          </a:p>
        </p:txBody>
      </p:sp>
      <p:sp>
        <p:nvSpPr>
          <p:cNvPr id="3" name="Text Placeholder 2"/>
          <p:cNvSpPr>
            <a:spLocks noGrp="1"/>
          </p:cNvSpPr>
          <p:nvPr>
            <p:ph type="body" idx="1"/>
          </p:nvPr>
        </p:nvSpPr>
        <p:spPr>
          <a:xfrm>
            <a:off x="481020" y="2444691"/>
            <a:ext cx="2954311" cy="1198105"/>
          </a:xfrm>
        </p:spPr>
        <p:txBody>
          <a:bodyPr anchor="b"/>
          <a:lstStyle>
            <a:lvl1pPr marL="0" indent="0">
              <a:buNone/>
              <a:defRPr sz="1833" b="1"/>
            </a:lvl1pPr>
            <a:lvl2pPr marL="349164" indent="0">
              <a:buNone/>
              <a:defRPr sz="1527" b="1"/>
            </a:lvl2pPr>
            <a:lvl3pPr marL="698327" indent="0">
              <a:buNone/>
              <a:defRPr sz="1375" b="1"/>
            </a:lvl3pPr>
            <a:lvl4pPr marL="1047491" indent="0">
              <a:buNone/>
              <a:defRPr sz="1222" b="1"/>
            </a:lvl4pPr>
            <a:lvl5pPr marL="1396655" indent="0">
              <a:buNone/>
              <a:defRPr sz="1222" b="1"/>
            </a:lvl5pPr>
            <a:lvl6pPr marL="1745818" indent="0">
              <a:buNone/>
              <a:defRPr sz="1222" b="1"/>
            </a:lvl6pPr>
            <a:lvl7pPr marL="2094982" indent="0">
              <a:buNone/>
              <a:defRPr sz="1222" b="1"/>
            </a:lvl7pPr>
            <a:lvl8pPr marL="2444145" indent="0">
              <a:buNone/>
              <a:defRPr sz="1222" b="1"/>
            </a:lvl8pPr>
            <a:lvl9pPr marL="2793309" indent="0">
              <a:buNone/>
              <a:defRPr sz="1222" b="1"/>
            </a:lvl9pPr>
          </a:lstStyle>
          <a:p>
            <a:pPr lvl="0"/>
            <a:r>
              <a:rPr lang="en-US"/>
              <a:t>Click to edit Master text styles</a:t>
            </a:r>
          </a:p>
        </p:txBody>
      </p:sp>
      <p:sp>
        <p:nvSpPr>
          <p:cNvPr id="4" name="Content Placeholder 3"/>
          <p:cNvSpPr>
            <a:spLocks noGrp="1"/>
          </p:cNvSpPr>
          <p:nvPr>
            <p:ph sz="half" idx="2"/>
          </p:nvPr>
        </p:nvSpPr>
        <p:spPr>
          <a:xfrm>
            <a:off x="481020" y="3642797"/>
            <a:ext cx="2954311" cy="535800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535353" y="2444691"/>
            <a:ext cx="2968860" cy="1198105"/>
          </a:xfrm>
        </p:spPr>
        <p:txBody>
          <a:bodyPr anchor="b"/>
          <a:lstStyle>
            <a:lvl1pPr marL="0" indent="0">
              <a:buNone/>
              <a:defRPr sz="1833" b="1"/>
            </a:lvl1pPr>
            <a:lvl2pPr marL="349164" indent="0">
              <a:buNone/>
              <a:defRPr sz="1527" b="1"/>
            </a:lvl2pPr>
            <a:lvl3pPr marL="698327" indent="0">
              <a:buNone/>
              <a:defRPr sz="1375" b="1"/>
            </a:lvl3pPr>
            <a:lvl4pPr marL="1047491" indent="0">
              <a:buNone/>
              <a:defRPr sz="1222" b="1"/>
            </a:lvl4pPr>
            <a:lvl5pPr marL="1396655" indent="0">
              <a:buNone/>
              <a:defRPr sz="1222" b="1"/>
            </a:lvl5pPr>
            <a:lvl6pPr marL="1745818" indent="0">
              <a:buNone/>
              <a:defRPr sz="1222" b="1"/>
            </a:lvl6pPr>
            <a:lvl7pPr marL="2094982" indent="0">
              <a:buNone/>
              <a:defRPr sz="1222" b="1"/>
            </a:lvl7pPr>
            <a:lvl8pPr marL="2444145" indent="0">
              <a:buNone/>
              <a:defRPr sz="1222" b="1"/>
            </a:lvl8pPr>
            <a:lvl9pPr marL="2793309" indent="0">
              <a:buNone/>
              <a:defRPr sz="1222" b="1"/>
            </a:lvl9pPr>
          </a:lstStyle>
          <a:p>
            <a:pPr lvl="0"/>
            <a:r>
              <a:rPr lang="en-US"/>
              <a:t>Click to edit Master text styles</a:t>
            </a:r>
          </a:p>
        </p:txBody>
      </p:sp>
      <p:sp>
        <p:nvSpPr>
          <p:cNvPr id="6" name="Content Placeholder 5"/>
          <p:cNvSpPr>
            <a:spLocks noGrp="1"/>
          </p:cNvSpPr>
          <p:nvPr>
            <p:ph sz="quarter" idx="4"/>
          </p:nvPr>
        </p:nvSpPr>
        <p:spPr>
          <a:xfrm>
            <a:off x="3535353" y="3642797"/>
            <a:ext cx="2968860" cy="535800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F288D87-013E-4F63-84FE-B2D5A86E6A04}" type="datetimeFigureOut">
              <a:rPr lang="en-US" smtClean="0"/>
              <a:t>9/17/26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65BFA5E-7A4F-416B-92AB-ECC01838E58D}" type="slidenum">
              <a:rPr lang="en-US" smtClean="0"/>
              <a:t>‹#›</a:t>
            </a:fld>
            <a:endParaRPr lang="en-US"/>
          </a:p>
        </p:txBody>
      </p:sp>
    </p:spTree>
    <p:extLst>
      <p:ext uri="{BB962C8B-B14F-4D97-AF65-F5344CB8AC3E}">
        <p14:creationId xmlns:p14="http://schemas.microsoft.com/office/powerpoint/2010/main" val="30609716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F288D87-013E-4F63-84FE-B2D5A86E6A04}" type="datetimeFigureOut">
              <a:rPr lang="en-US" smtClean="0"/>
              <a:t>9/17/26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65BFA5E-7A4F-416B-92AB-ECC01838E58D}" type="slidenum">
              <a:rPr lang="en-US" smtClean="0"/>
              <a:t>‹#›</a:t>
            </a:fld>
            <a:endParaRPr lang="en-US"/>
          </a:p>
        </p:txBody>
      </p:sp>
    </p:spTree>
    <p:extLst>
      <p:ext uri="{BB962C8B-B14F-4D97-AF65-F5344CB8AC3E}">
        <p14:creationId xmlns:p14="http://schemas.microsoft.com/office/powerpoint/2010/main" val="35334582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F288D87-013E-4F63-84FE-B2D5A86E6A04}" type="datetimeFigureOut">
              <a:rPr lang="en-US" smtClean="0"/>
              <a:t>9/17/26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65BFA5E-7A4F-416B-92AB-ECC01838E58D}" type="slidenum">
              <a:rPr lang="en-US" smtClean="0"/>
              <a:t>‹#›</a:t>
            </a:fld>
            <a:endParaRPr lang="en-US"/>
          </a:p>
        </p:txBody>
      </p:sp>
    </p:spTree>
    <p:extLst>
      <p:ext uri="{BB962C8B-B14F-4D97-AF65-F5344CB8AC3E}">
        <p14:creationId xmlns:p14="http://schemas.microsoft.com/office/powerpoint/2010/main" val="6989802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81019" y="664845"/>
            <a:ext cx="2252332" cy="2326958"/>
          </a:xfrm>
        </p:spPr>
        <p:txBody>
          <a:bodyPr anchor="b"/>
          <a:lstStyle>
            <a:lvl1pPr>
              <a:defRPr sz="2444"/>
            </a:lvl1pPr>
          </a:lstStyle>
          <a:p>
            <a:r>
              <a:rPr lang="en-US"/>
              <a:t>Click to edit Master title style</a:t>
            </a:r>
            <a:endParaRPr lang="en-US" dirty="0"/>
          </a:p>
        </p:txBody>
      </p:sp>
      <p:sp>
        <p:nvSpPr>
          <p:cNvPr id="3" name="Content Placeholder 2"/>
          <p:cNvSpPr>
            <a:spLocks noGrp="1"/>
          </p:cNvSpPr>
          <p:nvPr>
            <p:ph idx="1"/>
          </p:nvPr>
        </p:nvSpPr>
        <p:spPr>
          <a:xfrm>
            <a:off x="2968860" y="1435883"/>
            <a:ext cx="3535353" cy="7087063"/>
          </a:xfrm>
        </p:spPr>
        <p:txBody>
          <a:bodyPr/>
          <a:lstStyle>
            <a:lvl1pPr>
              <a:defRPr sz="2444"/>
            </a:lvl1pPr>
            <a:lvl2pPr>
              <a:defRPr sz="2138"/>
            </a:lvl2pPr>
            <a:lvl3pPr>
              <a:defRPr sz="1833"/>
            </a:lvl3pPr>
            <a:lvl4pPr>
              <a:defRPr sz="1527"/>
            </a:lvl4pPr>
            <a:lvl5pPr>
              <a:defRPr sz="1527"/>
            </a:lvl5pPr>
            <a:lvl6pPr>
              <a:defRPr sz="1527"/>
            </a:lvl6pPr>
            <a:lvl7pPr>
              <a:defRPr sz="1527"/>
            </a:lvl7pPr>
            <a:lvl8pPr>
              <a:defRPr sz="1527"/>
            </a:lvl8pPr>
            <a:lvl9pPr>
              <a:defRPr sz="152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81019" y="2991803"/>
            <a:ext cx="2252332" cy="5542684"/>
          </a:xfrm>
        </p:spPr>
        <p:txBody>
          <a:bodyPr/>
          <a:lstStyle>
            <a:lvl1pPr marL="0" indent="0">
              <a:buNone/>
              <a:defRPr sz="1222"/>
            </a:lvl1pPr>
            <a:lvl2pPr marL="349164" indent="0">
              <a:buNone/>
              <a:defRPr sz="1069"/>
            </a:lvl2pPr>
            <a:lvl3pPr marL="698327" indent="0">
              <a:buNone/>
              <a:defRPr sz="916"/>
            </a:lvl3pPr>
            <a:lvl4pPr marL="1047491" indent="0">
              <a:buNone/>
              <a:defRPr sz="764"/>
            </a:lvl4pPr>
            <a:lvl5pPr marL="1396655" indent="0">
              <a:buNone/>
              <a:defRPr sz="764"/>
            </a:lvl5pPr>
            <a:lvl6pPr marL="1745818" indent="0">
              <a:buNone/>
              <a:defRPr sz="764"/>
            </a:lvl6pPr>
            <a:lvl7pPr marL="2094982" indent="0">
              <a:buNone/>
              <a:defRPr sz="764"/>
            </a:lvl7pPr>
            <a:lvl8pPr marL="2444145" indent="0">
              <a:buNone/>
              <a:defRPr sz="764"/>
            </a:lvl8pPr>
            <a:lvl9pPr marL="2793309" indent="0">
              <a:buNone/>
              <a:defRPr sz="764"/>
            </a:lvl9pPr>
          </a:lstStyle>
          <a:p>
            <a:pPr lvl="0"/>
            <a:r>
              <a:rPr lang="en-US"/>
              <a:t>Click to edit Master text styles</a:t>
            </a:r>
          </a:p>
        </p:txBody>
      </p:sp>
      <p:sp>
        <p:nvSpPr>
          <p:cNvPr id="5" name="Date Placeholder 4"/>
          <p:cNvSpPr>
            <a:spLocks noGrp="1"/>
          </p:cNvSpPr>
          <p:nvPr>
            <p:ph type="dt" sz="half" idx="10"/>
          </p:nvPr>
        </p:nvSpPr>
        <p:spPr/>
        <p:txBody>
          <a:bodyPr/>
          <a:lstStyle/>
          <a:p>
            <a:fld id="{5F288D87-013E-4F63-84FE-B2D5A86E6A04}" type="datetimeFigureOut">
              <a:rPr lang="en-US" smtClean="0"/>
              <a:t>9/17/26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65BFA5E-7A4F-416B-92AB-ECC01838E58D}" type="slidenum">
              <a:rPr lang="en-US" smtClean="0"/>
              <a:t>‹#›</a:t>
            </a:fld>
            <a:endParaRPr lang="en-US"/>
          </a:p>
        </p:txBody>
      </p:sp>
    </p:spTree>
    <p:extLst>
      <p:ext uri="{BB962C8B-B14F-4D97-AF65-F5344CB8AC3E}">
        <p14:creationId xmlns:p14="http://schemas.microsoft.com/office/powerpoint/2010/main" val="2266010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81019" y="664845"/>
            <a:ext cx="2252332" cy="2326958"/>
          </a:xfrm>
        </p:spPr>
        <p:txBody>
          <a:bodyPr anchor="b"/>
          <a:lstStyle>
            <a:lvl1pPr>
              <a:defRPr sz="2444"/>
            </a:lvl1pPr>
          </a:lstStyle>
          <a:p>
            <a:r>
              <a:rPr lang="en-US"/>
              <a:t>Click to edit Master title style</a:t>
            </a:r>
            <a:endParaRPr lang="en-US" dirty="0"/>
          </a:p>
        </p:txBody>
      </p:sp>
      <p:sp>
        <p:nvSpPr>
          <p:cNvPr id="3" name="Picture Placeholder 2"/>
          <p:cNvSpPr>
            <a:spLocks noGrp="1" noChangeAspect="1"/>
          </p:cNvSpPr>
          <p:nvPr>
            <p:ph type="pic" idx="1"/>
          </p:nvPr>
        </p:nvSpPr>
        <p:spPr>
          <a:xfrm>
            <a:off x="2968860" y="1435883"/>
            <a:ext cx="3535353" cy="7087063"/>
          </a:xfrm>
        </p:spPr>
        <p:txBody>
          <a:bodyPr anchor="t"/>
          <a:lstStyle>
            <a:lvl1pPr marL="0" indent="0">
              <a:buNone/>
              <a:defRPr sz="2444"/>
            </a:lvl1pPr>
            <a:lvl2pPr marL="349164" indent="0">
              <a:buNone/>
              <a:defRPr sz="2138"/>
            </a:lvl2pPr>
            <a:lvl3pPr marL="698327" indent="0">
              <a:buNone/>
              <a:defRPr sz="1833"/>
            </a:lvl3pPr>
            <a:lvl4pPr marL="1047491" indent="0">
              <a:buNone/>
              <a:defRPr sz="1527"/>
            </a:lvl4pPr>
            <a:lvl5pPr marL="1396655" indent="0">
              <a:buNone/>
              <a:defRPr sz="1527"/>
            </a:lvl5pPr>
            <a:lvl6pPr marL="1745818" indent="0">
              <a:buNone/>
              <a:defRPr sz="1527"/>
            </a:lvl6pPr>
            <a:lvl7pPr marL="2094982" indent="0">
              <a:buNone/>
              <a:defRPr sz="1527"/>
            </a:lvl7pPr>
            <a:lvl8pPr marL="2444145" indent="0">
              <a:buNone/>
              <a:defRPr sz="1527"/>
            </a:lvl8pPr>
            <a:lvl9pPr marL="2793309" indent="0">
              <a:buNone/>
              <a:defRPr sz="1527"/>
            </a:lvl9pPr>
          </a:lstStyle>
          <a:p>
            <a:r>
              <a:rPr lang="en-US"/>
              <a:t>Click icon to add picture</a:t>
            </a:r>
            <a:endParaRPr lang="en-US" dirty="0"/>
          </a:p>
        </p:txBody>
      </p:sp>
      <p:sp>
        <p:nvSpPr>
          <p:cNvPr id="4" name="Text Placeholder 3"/>
          <p:cNvSpPr>
            <a:spLocks noGrp="1"/>
          </p:cNvSpPr>
          <p:nvPr>
            <p:ph type="body" sz="half" idx="2"/>
          </p:nvPr>
        </p:nvSpPr>
        <p:spPr>
          <a:xfrm>
            <a:off x="481019" y="2991803"/>
            <a:ext cx="2252332" cy="5542684"/>
          </a:xfrm>
        </p:spPr>
        <p:txBody>
          <a:bodyPr/>
          <a:lstStyle>
            <a:lvl1pPr marL="0" indent="0">
              <a:buNone/>
              <a:defRPr sz="1222"/>
            </a:lvl1pPr>
            <a:lvl2pPr marL="349164" indent="0">
              <a:buNone/>
              <a:defRPr sz="1069"/>
            </a:lvl2pPr>
            <a:lvl3pPr marL="698327" indent="0">
              <a:buNone/>
              <a:defRPr sz="916"/>
            </a:lvl3pPr>
            <a:lvl4pPr marL="1047491" indent="0">
              <a:buNone/>
              <a:defRPr sz="764"/>
            </a:lvl4pPr>
            <a:lvl5pPr marL="1396655" indent="0">
              <a:buNone/>
              <a:defRPr sz="764"/>
            </a:lvl5pPr>
            <a:lvl6pPr marL="1745818" indent="0">
              <a:buNone/>
              <a:defRPr sz="764"/>
            </a:lvl6pPr>
            <a:lvl7pPr marL="2094982" indent="0">
              <a:buNone/>
              <a:defRPr sz="764"/>
            </a:lvl7pPr>
            <a:lvl8pPr marL="2444145" indent="0">
              <a:buNone/>
              <a:defRPr sz="764"/>
            </a:lvl8pPr>
            <a:lvl9pPr marL="2793309" indent="0">
              <a:buNone/>
              <a:defRPr sz="764"/>
            </a:lvl9pPr>
          </a:lstStyle>
          <a:p>
            <a:pPr lvl="0"/>
            <a:r>
              <a:rPr lang="en-US"/>
              <a:t>Click to edit Master text styles</a:t>
            </a:r>
          </a:p>
        </p:txBody>
      </p:sp>
      <p:sp>
        <p:nvSpPr>
          <p:cNvPr id="5" name="Date Placeholder 4"/>
          <p:cNvSpPr>
            <a:spLocks noGrp="1"/>
          </p:cNvSpPr>
          <p:nvPr>
            <p:ph type="dt" sz="half" idx="10"/>
          </p:nvPr>
        </p:nvSpPr>
        <p:spPr/>
        <p:txBody>
          <a:bodyPr/>
          <a:lstStyle/>
          <a:p>
            <a:fld id="{5F288D87-013E-4F63-84FE-B2D5A86E6A04}" type="datetimeFigureOut">
              <a:rPr lang="en-US" smtClean="0"/>
              <a:t>9/17/26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65BFA5E-7A4F-416B-92AB-ECC01838E58D}" type="slidenum">
              <a:rPr lang="en-US" smtClean="0"/>
              <a:t>‹#›</a:t>
            </a:fld>
            <a:endParaRPr lang="en-US"/>
          </a:p>
        </p:txBody>
      </p:sp>
    </p:spTree>
    <p:extLst>
      <p:ext uri="{BB962C8B-B14F-4D97-AF65-F5344CB8AC3E}">
        <p14:creationId xmlns:p14="http://schemas.microsoft.com/office/powerpoint/2010/main" val="34715321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F288D87-013E-4F63-84FE-B2D5A86E6A04}" type="datetimeFigureOut">
              <a:rPr lang="en-US" smtClean="0"/>
              <a:t>9/17/26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5BFA5E-7A4F-416B-92AB-ECC01838E58D}" type="slidenum">
              <a:rPr lang="en-US" smtClean="0"/>
              <a:t>‹#›</a:t>
            </a:fld>
            <a:endParaRPr lang="en-US"/>
          </a:p>
        </p:txBody>
      </p:sp>
    </p:spTree>
    <p:extLst>
      <p:ext uri="{BB962C8B-B14F-4D97-AF65-F5344CB8AC3E}">
        <p14:creationId xmlns:p14="http://schemas.microsoft.com/office/powerpoint/2010/main" val="22216120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97506" y="530953"/>
            <a:ext cx="1505798" cy="845138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80110" y="530953"/>
            <a:ext cx="4430103" cy="845138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F288D87-013E-4F63-84FE-B2D5A86E6A04}" type="datetimeFigureOut">
              <a:rPr lang="en-US" smtClean="0"/>
              <a:t>9/17/26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5BFA5E-7A4F-416B-92AB-ECC01838E58D}" type="slidenum">
              <a:rPr lang="en-US" smtClean="0"/>
              <a:t>‹#›</a:t>
            </a:fld>
            <a:endParaRPr lang="en-US"/>
          </a:p>
        </p:txBody>
      </p:sp>
    </p:spTree>
    <p:extLst>
      <p:ext uri="{BB962C8B-B14F-4D97-AF65-F5344CB8AC3E}">
        <p14:creationId xmlns:p14="http://schemas.microsoft.com/office/powerpoint/2010/main" val="8673505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80110" y="530955"/>
            <a:ext cx="6023194" cy="192759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80110" y="2654763"/>
            <a:ext cx="6023194" cy="632757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80110" y="9243194"/>
            <a:ext cx="1571268" cy="530953"/>
          </a:xfrm>
          <a:prstGeom prst="rect">
            <a:avLst/>
          </a:prstGeom>
        </p:spPr>
        <p:txBody>
          <a:bodyPr vert="horz" lIns="91440" tIns="45720" rIns="91440" bIns="45720" rtlCol="0" anchor="ctr"/>
          <a:lstStyle>
            <a:lvl1pPr algn="l">
              <a:defRPr sz="916">
                <a:solidFill>
                  <a:schemeClr val="tx1">
                    <a:tint val="82000"/>
                  </a:schemeClr>
                </a:solidFill>
              </a:defRPr>
            </a:lvl1pPr>
          </a:lstStyle>
          <a:p>
            <a:fld id="{5F288D87-013E-4F63-84FE-B2D5A86E6A04}" type="datetimeFigureOut">
              <a:rPr lang="en-US" smtClean="0"/>
              <a:t>9/17/26</a:t>
            </a:fld>
            <a:endParaRPr lang="en-US"/>
          </a:p>
        </p:txBody>
      </p:sp>
      <p:sp>
        <p:nvSpPr>
          <p:cNvPr id="5" name="Footer Placeholder 4"/>
          <p:cNvSpPr>
            <a:spLocks noGrp="1"/>
          </p:cNvSpPr>
          <p:nvPr>
            <p:ph type="ftr" sz="quarter" idx="3"/>
          </p:nvPr>
        </p:nvSpPr>
        <p:spPr>
          <a:xfrm>
            <a:off x="2313256" y="9243194"/>
            <a:ext cx="2356902" cy="530953"/>
          </a:xfrm>
          <a:prstGeom prst="rect">
            <a:avLst/>
          </a:prstGeom>
        </p:spPr>
        <p:txBody>
          <a:bodyPr vert="horz" lIns="91440" tIns="45720" rIns="91440" bIns="45720" rtlCol="0" anchor="ctr"/>
          <a:lstStyle>
            <a:lvl1pPr algn="ctr">
              <a:defRPr sz="916">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4932035" y="9243194"/>
            <a:ext cx="1571268" cy="530953"/>
          </a:xfrm>
          <a:prstGeom prst="rect">
            <a:avLst/>
          </a:prstGeom>
        </p:spPr>
        <p:txBody>
          <a:bodyPr vert="horz" lIns="91440" tIns="45720" rIns="91440" bIns="45720" rtlCol="0" anchor="ctr"/>
          <a:lstStyle>
            <a:lvl1pPr algn="r">
              <a:defRPr sz="916">
                <a:solidFill>
                  <a:schemeClr val="tx1">
                    <a:tint val="82000"/>
                  </a:schemeClr>
                </a:solidFill>
              </a:defRPr>
            </a:lvl1pPr>
          </a:lstStyle>
          <a:p>
            <a:fld id="{D65BFA5E-7A4F-416B-92AB-ECC01838E58D}" type="slidenum">
              <a:rPr lang="en-US" smtClean="0"/>
              <a:t>‹#›</a:t>
            </a:fld>
            <a:endParaRPr lang="en-US"/>
          </a:p>
        </p:txBody>
      </p:sp>
    </p:spTree>
    <p:extLst>
      <p:ext uri="{BB962C8B-B14F-4D97-AF65-F5344CB8AC3E}">
        <p14:creationId xmlns:p14="http://schemas.microsoft.com/office/powerpoint/2010/main" val="1537843912"/>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defTabSz="698327" rtl="0" eaLnBrk="1" latinLnBrk="0" hangingPunct="1">
        <a:lnSpc>
          <a:spcPct val="90000"/>
        </a:lnSpc>
        <a:spcBef>
          <a:spcPct val="0"/>
        </a:spcBef>
        <a:buNone/>
        <a:defRPr sz="3360" kern="1200">
          <a:solidFill>
            <a:schemeClr val="tx1"/>
          </a:solidFill>
          <a:latin typeface="+mj-lt"/>
          <a:ea typeface="+mj-ea"/>
          <a:cs typeface="+mj-cs"/>
        </a:defRPr>
      </a:lvl1pPr>
    </p:titleStyle>
    <p:bodyStyle>
      <a:lvl1pPr marL="174582" indent="-174582" algn="l" defTabSz="698327" rtl="0" eaLnBrk="1" latinLnBrk="0" hangingPunct="1">
        <a:lnSpc>
          <a:spcPct val="90000"/>
        </a:lnSpc>
        <a:spcBef>
          <a:spcPts val="764"/>
        </a:spcBef>
        <a:buFont typeface="Arial" panose="020B0604020202020204" pitchFamily="34" charset="0"/>
        <a:buChar char="•"/>
        <a:defRPr sz="2138" kern="1200">
          <a:solidFill>
            <a:schemeClr val="tx1"/>
          </a:solidFill>
          <a:latin typeface="+mn-lt"/>
          <a:ea typeface="+mn-ea"/>
          <a:cs typeface="+mn-cs"/>
        </a:defRPr>
      </a:lvl1pPr>
      <a:lvl2pPr marL="523745" indent="-174582" algn="l" defTabSz="698327" rtl="0" eaLnBrk="1" latinLnBrk="0" hangingPunct="1">
        <a:lnSpc>
          <a:spcPct val="90000"/>
        </a:lnSpc>
        <a:spcBef>
          <a:spcPts val="382"/>
        </a:spcBef>
        <a:buFont typeface="Arial" panose="020B0604020202020204" pitchFamily="34" charset="0"/>
        <a:buChar char="•"/>
        <a:defRPr sz="1833" kern="1200">
          <a:solidFill>
            <a:schemeClr val="tx1"/>
          </a:solidFill>
          <a:latin typeface="+mn-lt"/>
          <a:ea typeface="+mn-ea"/>
          <a:cs typeface="+mn-cs"/>
        </a:defRPr>
      </a:lvl2pPr>
      <a:lvl3pPr marL="872909" indent="-174582" algn="l" defTabSz="698327" rtl="0" eaLnBrk="1" latinLnBrk="0" hangingPunct="1">
        <a:lnSpc>
          <a:spcPct val="90000"/>
        </a:lnSpc>
        <a:spcBef>
          <a:spcPts val="382"/>
        </a:spcBef>
        <a:buFont typeface="Arial" panose="020B0604020202020204" pitchFamily="34" charset="0"/>
        <a:buChar char="•"/>
        <a:defRPr sz="1527" kern="1200">
          <a:solidFill>
            <a:schemeClr val="tx1"/>
          </a:solidFill>
          <a:latin typeface="+mn-lt"/>
          <a:ea typeface="+mn-ea"/>
          <a:cs typeface="+mn-cs"/>
        </a:defRPr>
      </a:lvl3pPr>
      <a:lvl4pPr marL="1222073" indent="-174582" algn="l" defTabSz="698327" rtl="0" eaLnBrk="1" latinLnBrk="0" hangingPunct="1">
        <a:lnSpc>
          <a:spcPct val="90000"/>
        </a:lnSpc>
        <a:spcBef>
          <a:spcPts val="382"/>
        </a:spcBef>
        <a:buFont typeface="Arial" panose="020B0604020202020204" pitchFamily="34" charset="0"/>
        <a:buChar char="•"/>
        <a:defRPr sz="1375" kern="1200">
          <a:solidFill>
            <a:schemeClr val="tx1"/>
          </a:solidFill>
          <a:latin typeface="+mn-lt"/>
          <a:ea typeface="+mn-ea"/>
          <a:cs typeface="+mn-cs"/>
        </a:defRPr>
      </a:lvl4pPr>
      <a:lvl5pPr marL="1571236" indent="-174582" algn="l" defTabSz="698327" rtl="0" eaLnBrk="1" latinLnBrk="0" hangingPunct="1">
        <a:lnSpc>
          <a:spcPct val="90000"/>
        </a:lnSpc>
        <a:spcBef>
          <a:spcPts val="382"/>
        </a:spcBef>
        <a:buFont typeface="Arial" panose="020B0604020202020204" pitchFamily="34" charset="0"/>
        <a:buChar char="•"/>
        <a:defRPr sz="1375" kern="1200">
          <a:solidFill>
            <a:schemeClr val="tx1"/>
          </a:solidFill>
          <a:latin typeface="+mn-lt"/>
          <a:ea typeface="+mn-ea"/>
          <a:cs typeface="+mn-cs"/>
        </a:defRPr>
      </a:lvl5pPr>
      <a:lvl6pPr marL="1920400" indent="-174582" algn="l" defTabSz="698327" rtl="0" eaLnBrk="1" latinLnBrk="0" hangingPunct="1">
        <a:lnSpc>
          <a:spcPct val="90000"/>
        </a:lnSpc>
        <a:spcBef>
          <a:spcPts val="382"/>
        </a:spcBef>
        <a:buFont typeface="Arial" panose="020B0604020202020204" pitchFamily="34" charset="0"/>
        <a:buChar char="•"/>
        <a:defRPr sz="1375" kern="1200">
          <a:solidFill>
            <a:schemeClr val="tx1"/>
          </a:solidFill>
          <a:latin typeface="+mn-lt"/>
          <a:ea typeface="+mn-ea"/>
          <a:cs typeface="+mn-cs"/>
        </a:defRPr>
      </a:lvl6pPr>
      <a:lvl7pPr marL="2269564" indent="-174582" algn="l" defTabSz="698327" rtl="0" eaLnBrk="1" latinLnBrk="0" hangingPunct="1">
        <a:lnSpc>
          <a:spcPct val="90000"/>
        </a:lnSpc>
        <a:spcBef>
          <a:spcPts val="382"/>
        </a:spcBef>
        <a:buFont typeface="Arial" panose="020B0604020202020204" pitchFamily="34" charset="0"/>
        <a:buChar char="•"/>
        <a:defRPr sz="1375" kern="1200">
          <a:solidFill>
            <a:schemeClr val="tx1"/>
          </a:solidFill>
          <a:latin typeface="+mn-lt"/>
          <a:ea typeface="+mn-ea"/>
          <a:cs typeface="+mn-cs"/>
        </a:defRPr>
      </a:lvl7pPr>
      <a:lvl8pPr marL="2618727" indent="-174582" algn="l" defTabSz="698327" rtl="0" eaLnBrk="1" latinLnBrk="0" hangingPunct="1">
        <a:lnSpc>
          <a:spcPct val="90000"/>
        </a:lnSpc>
        <a:spcBef>
          <a:spcPts val="382"/>
        </a:spcBef>
        <a:buFont typeface="Arial" panose="020B0604020202020204" pitchFamily="34" charset="0"/>
        <a:buChar char="•"/>
        <a:defRPr sz="1375" kern="1200">
          <a:solidFill>
            <a:schemeClr val="tx1"/>
          </a:solidFill>
          <a:latin typeface="+mn-lt"/>
          <a:ea typeface="+mn-ea"/>
          <a:cs typeface="+mn-cs"/>
        </a:defRPr>
      </a:lvl8pPr>
      <a:lvl9pPr marL="2967891" indent="-174582" algn="l" defTabSz="698327" rtl="0" eaLnBrk="1" latinLnBrk="0" hangingPunct="1">
        <a:lnSpc>
          <a:spcPct val="90000"/>
        </a:lnSpc>
        <a:spcBef>
          <a:spcPts val="382"/>
        </a:spcBef>
        <a:buFont typeface="Arial" panose="020B0604020202020204" pitchFamily="34" charset="0"/>
        <a:buChar char="•"/>
        <a:defRPr sz="1375" kern="1200">
          <a:solidFill>
            <a:schemeClr val="tx1"/>
          </a:solidFill>
          <a:latin typeface="+mn-lt"/>
          <a:ea typeface="+mn-ea"/>
          <a:cs typeface="+mn-cs"/>
        </a:defRPr>
      </a:lvl9pPr>
    </p:bodyStyle>
    <p:otherStyle>
      <a:defPPr>
        <a:defRPr lang="en-US"/>
      </a:defPPr>
      <a:lvl1pPr marL="0" algn="l" defTabSz="698327" rtl="0" eaLnBrk="1" latinLnBrk="0" hangingPunct="1">
        <a:defRPr sz="1375" kern="1200">
          <a:solidFill>
            <a:schemeClr val="tx1"/>
          </a:solidFill>
          <a:latin typeface="+mn-lt"/>
          <a:ea typeface="+mn-ea"/>
          <a:cs typeface="+mn-cs"/>
        </a:defRPr>
      </a:lvl1pPr>
      <a:lvl2pPr marL="349164" algn="l" defTabSz="698327" rtl="0" eaLnBrk="1" latinLnBrk="0" hangingPunct="1">
        <a:defRPr sz="1375" kern="1200">
          <a:solidFill>
            <a:schemeClr val="tx1"/>
          </a:solidFill>
          <a:latin typeface="+mn-lt"/>
          <a:ea typeface="+mn-ea"/>
          <a:cs typeface="+mn-cs"/>
        </a:defRPr>
      </a:lvl2pPr>
      <a:lvl3pPr marL="698327" algn="l" defTabSz="698327" rtl="0" eaLnBrk="1" latinLnBrk="0" hangingPunct="1">
        <a:defRPr sz="1375" kern="1200">
          <a:solidFill>
            <a:schemeClr val="tx1"/>
          </a:solidFill>
          <a:latin typeface="+mn-lt"/>
          <a:ea typeface="+mn-ea"/>
          <a:cs typeface="+mn-cs"/>
        </a:defRPr>
      </a:lvl3pPr>
      <a:lvl4pPr marL="1047491" algn="l" defTabSz="698327" rtl="0" eaLnBrk="1" latinLnBrk="0" hangingPunct="1">
        <a:defRPr sz="1375" kern="1200">
          <a:solidFill>
            <a:schemeClr val="tx1"/>
          </a:solidFill>
          <a:latin typeface="+mn-lt"/>
          <a:ea typeface="+mn-ea"/>
          <a:cs typeface="+mn-cs"/>
        </a:defRPr>
      </a:lvl4pPr>
      <a:lvl5pPr marL="1396655" algn="l" defTabSz="698327" rtl="0" eaLnBrk="1" latinLnBrk="0" hangingPunct="1">
        <a:defRPr sz="1375" kern="1200">
          <a:solidFill>
            <a:schemeClr val="tx1"/>
          </a:solidFill>
          <a:latin typeface="+mn-lt"/>
          <a:ea typeface="+mn-ea"/>
          <a:cs typeface="+mn-cs"/>
        </a:defRPr>
      </a:lvl5pPr>
      <a:lvl6pPr marL="1745818" algn="l" defTabSz="698327" rtl="0" eaLnBrk="1" latinLnBrk="0" hangingPunct="1">
        <a:defRPr sz="1375" kern="1200">
          <a:solidFill>
            <a:schemeClr val="tx1"/>
          </a:solidFill>
          <a:latin typeface="+mn-lt"/>
          <a:ea typeface="+mn-ea"/>
          <a:cs typeface="+mn-cs"/>
        </a:defRPr>
      </a:lvl6pPr>
      <a:lvl7pPr marL="2094982" algn="l" defTabSz="698327" rtl="0" eaLnBrk="1" latinLnBrk="0" hangingPunct="1">
        <a:defRPr sz="1375" kern="1200">
          <a:solidFill>
            <a:schemeClr val="tx1"/>
          </a:solidFill>
          <a:latin typeface="+mn-lt"/>
          <a:ea typeface="+mn-ea"/>
          <a:cs typeface="+mn-cs"/>
        </a:defRPr>
      </a:lvl7pPr>
      <a:lvl8pPr marL="2444145" algn="l" defTabSz="698327" rtl="0" eaLnBrk="1" latinLnBrk="0" hangingPunct="1">
        <a:defRPr sz="1375" kern="1200">
          <a:solidFill>
            <a:schemeClr val="tx1"/>
          </a:solidFill>
          <a:latin typeface="+mn-lt"/>
          <a:ea typeface="+mn-ea"/>
          <a:cs typeface="+mn-cs"/>
        </a:defRPr>
      </a:lvl8pPr>
      <a:lvl9pPr marL="2793309" algn="l" defTabSz="698327" rtl="0" eaLnBrk="1" latinLnBrk="0" hangingPunct="1">
        <a:defRPr sz="137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DBD2C3"/>
        </a:solidFill>
        <a:effectLst/>
      </p:bgPr>
    </p:bg>
    <p:spTree>
      <p:nvGrpSpPr>
        <p:cNvPr id="1" name=""/>
        <p:cNvGrpSpPr/>
        <p:nvPr/>
      </p:nvGrpSpPr>
      <p:grpSpPr>
        <a:xfrm>
          <a:off x="0" y="0"/>
          <a:ext cx="0" cy="0"/>
          <a:chOff x="0" y="0"/>
          <a:chExt cx="0" cy="0"/>
        </a:xfrm>
      </p:grpSpPr>
      <p:pic>
        <p:nvPicPr>
          <p:cNvPr id="1030" name="Picture 6">
            <a:extLst>
              <a:ext uri="{FF2B5EF4-FFF2-40B4-BE49-F238E27FC236}">
                <a16:creationId xmlns:a16="http://schemas.microsoft.com/office/drawing/2014/main" id="{78510E65-EB51-6821-95F3-C72A2D2439C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16667" b="16667"/>
          <a:stretch/>
        </p:blipFill>
        <p:spPr bwMode="auto">
          <a:xfrm rot="5400000">
            <a:off x="361374" y="393247"/>
            <a:ext cx="6218213" cy="6218213"/>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DEC8645C-C5A1-3956-3162-698F57FAB2B2}"/>
              </a:ext>
            </a:extLst>
          </p:cNvPr>
          <p:cNvSpPr txBox="1"/>
          <p:nvPr/>
        </p:nvSpPr>
        <p:spPr>
          <a:xfrm>
            <a:off x="361373" y="6906614"/>
            <a:ext cx="3503471" cy="2123658"/>
          </a:xfrm>
          <a:prstGeom prst="rect">
            <a:avLst/>
          </a:prstGeom>
          <a:noFill/>
        </p:spPr>
        <p:txBody>
          <a:bodyPr wrap="square" rtlCol="0">
            <a:spAutoFit/>
          </a:bodyPr>
          <a:lstStyle/>
          <a:p>
            <a:r>
              <a:rPr lang="en-US" sz="1100" b="1" dirty="0">
                <a:solidFill>
                  <a:schemeClr val="bg2">
                    <a:lumMod val="25000"/>
                  </a:schemeClr>
                </a:solidFill>
                <a:latin typeface="Arial Nova" panose="020B0504020202020204" pitchFamily="34" charset="0"/>
              </a:rPr>
              <a:t>Problem. </a:t>
            </a:r>
            <a:r>
              <a:rPr lang="en-US" sz="1100" dirty="0">
                <a:solidFill>
                  <a:schemeClr val="bg2">
                    <a:lumMod val="25000"/>
                  </a:schemeClr>
                </a:solidFill>
                <a:latin typeface="Arial Nova" panose="020B0504020202020204" pitchFamily="34" charset="0"/>
              </a:rPr>
              <a:t>A defined user segment faces a costly, common pain point; willingness to pay is established, and existing options have structural gaps that limit outcomes. </a:t>
            </a:r>
            <a:r>
              <a:rPr lang="en-US" sz="1100" b="1" dirty="0">
                <a:solidFill>
                  <a:schemeClr val="bg2">
                    <a:lumMod val="25000"/>
                  </a:schemeClr>
                </a:solidFill>
                <a:latin typeface="Arial Nova" panose="020B0504020202020204" pitchFamily="34" charset="0"/>
              </a:rPr>
              <a:t>Promise. </a:t>
            </a:r>
            <a:r>
              <a:rPr lang="en-US" sz="1100" dirty="0">
                <a:solidFill>
                  <a:schemeClr val="bg2">
                    <a:lumMod val="25000"/>
                  </a:schemeClr>
                </a:solidFill>
                <a:latin typeface="Arial Nova" panose="020B0504020202020204" pitchFamily="34" charset="0"/>
              </a:rPr>
              <a:t>We apply proven practices to deliver measurable gains on the metrics that matter. Our method builds on established work and a new approach that supports durable competitive advantage. </a:t>
            </a:r>
            <a:r>
              <a:rPr lang="en-US" sz="1100" b="1" dirty="0">
                <a:solidFill>
                  <a:schemeClr val="bg2">
                    <a:lumMod val="25000"/>
                  </a:schemeClr>
                </a:solidFill>
                <a:latin typeface="Arial Nova" panose="020B0504020202020204" pitchFamily="34" charset="0"/>
              </a:rPr>
              <a:t>Proof. </a:t>
            </a:r>
            <a:r>
              <a:rPr lang="en-US" sz="1100" dirty="0">
                <a:solidFill>
                  <a:schemeClr val="bg2">
                    <a:lumMod val="25000"/>
                  </a:schemeClr>
                </a:solidFill>
                <a:latin typeface="Arial Nova" panose="020B0504020202020204" pitchFamily="34" charset="0"/>
              </a:rPr>
              <a:t>Team experience aligns with the tech / industry; technical reports show performance above typical benchmarks. </a:t>
            </a:r>
            <a:r>
              <a:rPr lang="en-US" sz="1100" b="1" dirty="0">
                <a:solidFill>
                  <a:schemeClr val="bg2">
                    <a:lumMod val="25000"/>
                  </a:schemeClr>
                </a:solidFill>
                <a:latin typeface="Arial Nova" panose="020B0504020202020204" pitchFamily="34" charset="0"/>
              </a:rPr>
              <a:t>Why now. </a:t>
            </a:r>
            <a:r>
              <a:rPr lang="en-US" sz="1100" dirty="0">
                <a:solidFill>
                  <a:schemeClr val="bg2">
                    <a:lumMod val="25000"/>
                  </a:schemeClr>
                </a:solidFill>
                <a:latin typeface="Arial Nova" panose="020B0504020202020204" pitchFamily="34" charset="0"/>
              </a:rPr>
              <a:t>Regulation changes and maturing infrastructure reduce previous barriers to adoption and support near-term execution.</a:t>
            </a:r>
          </a:p>
        </p:txBody>
      </p:sp>
      <p:pic>
        <p:nvPicPr>
          <p:cNvPr id="7" name="Picture 6">
            <a:extLst>
              <a:ext uri="{FF2B5EF4-FFF2-40B4-BE49-F238E27FC236}">
                <a16:creationId xmlns:a16="http://schemas.microsoft.com/office/drawing/2014/main" id="{B5B28BB1-015F-3E58-95AB-D18A924AD81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2772" t="32728" r="21335" b="21334"/>
          <a:stretch>
            <a:fillRect/>
          </a:stretch>
        </p:blipFill>
        <p:spPr bwMode="auto">
          <a:xfrm rot="7200000">
            <a:off x="4386574" y="6610312"/>
            <a:ext cx="2258119" cy="2258119"/>
          </a:xfrm>
          <a:prstGeom prst="ellipse">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B3C4B624-FFDC-E5D1-7462-BB50A6117308}"/>
              </a:ext>
            </a:extLst>
          </p:cNvPr>
          <p:cNvSpPr txBox="1"/>
          <p:nvPr/>
        </p:nvSpPr>
        <p:spPr>
          <a:xfrm>
            <a:off x="4972290" y="7324222"/>
            <a:ext cx="1193939" cy="721300"/>
          </a:xfrm>
          <a:prstGeom prst="rect">
            <a:avLst/>
          </a:prstGeom>
          <a:noFill/>
        </p:spPr>
        <p:txBody>
          <a:bodyPr wrap="square" rtlCol="0">
            <a:spAutoFit/>
          </a:bodyPr>
          <a:lstStyle/>
          <a:p>
            <a:r>
              <a:rPr lang="en-US" sz="4000" b="1" spc="-302" dirty="0">
                <a:solidFill>
                  <a:srgbClr val="DBD2C3"/>
                </a:solidFill>
                <a:latin typeface="Arial Nova" panose="020B0504020202020204" pitchFamily="34" charset="0"/>
              </a:rPr>
              <a:t>You</a:t>
            </a:r>
          </a:p>
        </p:txBody>
      </p:sp>
      <p:sp>
        <p:nvSpPr>
          <p:cNvPr id="10" name="TextBox 9">
            <a:extLst>
              <a:ext uri="{FF2B5EF4-FFF2-40B4-BE49-F238E27FC236}">
                <a16:creationId xmlns:a16="http://schemas.microsoft.com/office/drawing/2014/main" id="{67E0CC57-E3DE-CFA9-7973-658C0AEE7A8C}"/>
              </a:ext>
            </a:extLst>
          </p:cNvPr>
          <p:cNvSpPr txBox="1"/>
          <p:nvPr/>
        </p:nvSpPr>
        <p:spPr>
          <a:xfrm>
            <a:off x="4123267" y="8998088"/>
            <a:ext cx="2456319" cy="869469"/>
          </a:xfrm>
          <a:prstGeom prst="rect">
            <a:avLst/>
          </a:prstGeom>
          <a:noFill/>
        </p:spPr>
        <p:txBody>
          <a:bodyPr wrap="square">
            <a:spAutoFit/>
          </a:bodyPr>
          <a:lstStyle/>
          <a:p>
            <a:pPr algn="r">
              <a:spcAft>
                <a:spcPts val="300"/>
              </a:spcAft>
            </a:pPr>
            <a:r>
              <a:rPr lang="en-US" sz="1300" b="1" dirty="0">
                <a:solidFill>
                  <a:schemeClr val="bg2">
                    <a:lumMod val="25000"/>
                  </a:schemeClr>
                </a:solidFill>
                <a:latin typeface="Arial Nova" panose="020B0504020202020204" pitchFamily="34" charset="0"/>
              </a:rPr>
              <a:t>Name, Surname</a:t>
            </a:r>
            <a:endParaRPr lang="en-US" sz="1300" b="1" dirty="0">
              <a:solidFill>
                <a:schemeClr val="bg2">
                  <a:lumMod val="25000"/>
                </a:schemeClr>
              </a:solidFill>
              <a:latin typeface="Arial Nova" panose="020B0504020202020204" pitchFamily="34" charset="0"/>
              <a:sym typeface="Wingdings" panose="05000000000000000000" pitchFamily="2" charset="2"/>
            </a:endParaRPr>
          </a:p>
          <a:p>
            <a:pPr algn="r">
              <a:spcAft>
                <a:spcPts val="300"/>
              </a:spcAft>
            </a:pPr>
            <a:r>
              <a:rPr lang="en-US" sz="1050" dirty="0">
                <a:solidFill>
                  <a:schemeClr val="bg2">
                    <a:lumMod val="25000"/>
                  </a:schemeClr>
                </a:solidFill>
                <a:latin typeface="Arial Nova" panose="020B0504020202020204" pitchFamily="34" charset="0"/>
                <a:sym typeface="Wingdings" panose="05000000000000000000" pitchFamily="2" charset="2"/>
              </a:rPr>
              <a:t>Study program</a:t>
            </a:r>
          </a:p>
          <a:p>
            <a:pPr algn="r">
              <a:spcAft>
                <a:spcPts val="300"/>
              </a:spcAft>
            </a:pPr>
            <a:r>
              <a:rPr lang="en-US" sz="1050" dirty="0">
                <a:solidFill>
                  <a:schemeClr val="bg2">
                    <a:lumMod val="25000"/>
                  </a:schemeClr>
                </a:solidFill>
                <a:latin typeface="Arial Nova" panose="020B0504020202020204" pitchFamily="34" charset="0"/>
                <a:sym typeface="Wingdings" panose="05000000000000000000" pitchFamily="2" charset="2"/>
              </a:rPr>
              <a:t>keyword  keyword   keyword </a:t>
            </a:r>
            <a:r>
              <a:rPr lang="en-US" sz="1050" dirty="0" err="1">
                <a:solidFill>
                  <a:schemeClr val="bg2">
                    <a:lumMod val="25000"/>
                  </a:schemeClr>
                </a:solidFill>
                <a:latin typeface="Arial Nova" panose="020B0504020202020204" pitchFamily="34" charset="0"/>
                <a:sym typeface="Wingdings" panose="05000000000000000000" pitchFamily="2" charset="2"/>
              </a:rPr>
              <a:t>keyword</a:t>
            </a:r>
            <a:r>
              <a:rPr lang="en-US" sz="1050" dirty="0">
                <a:solidFill>
                  <a:schemeClr val="bg2">
                    <a:lumMod val="25000"/>
                  </a:schemeClr>
                </a:solidFill>
                <a:latin typeface="Arial Nova" panose="020B0504020202020204" pitchFamily="34" charset="0"/>
                <a:sym typeface="Wingdings" panose="05000000000000000000" pitchFamily="2" charset="2"/>
              </a:rPr>
              <a:t>  keyword   keyword</a:t>
            </a:r>
            <a:endParaRPr lang="en-US" sz="1050" dirty="0">
              <a:solidFill>
                <a:schemeClr val="bg2">
                  <a:lumMod val="25000"/>
                </a:schemeClr>
              </a:solidFill>
            </a:endParaRPr>
          </a:p>
        </p:txBody>
      </p:sp>
      <p:sp>
        <p:nvSpPr>
          <p:cNvPr id="12" name="TextBox 11">
            <a:extLst>
              <a:ext uri="{FF2B5EF4-FFF2-40B4-BE49-F238E27FC236}">
                <a16:creationId xmlns:a16="http://schemas.microsoft.com/office/drawing/2014/main" id="{5BC6438E-3ADC-F2BF-0F60-FCCA19278E2C}"/>
              </a:ext>
            </a:extLst>
          </p:cNvPr>
          <p:cNvSpPr txBox="1"/>
          <p:nvPr/>
        </p:nvSpPr>
        <p:spPr>
          <a:xfrm>
            <a:off x="557999" y="2827530"/>
            <a:ext cx="4626032" cy="1349646"/>
          </a:xfrm>
          <a:prstGeom prst="rect">
            <a:avLst/>
          </a:prstGeom>
          <a:noFill/>
        </p:spPr>
        <p:txBody>
          <a:bodyPr wrap="none" rtlCol="0">
            <a:spAutoFit/>
          </a:bodyPr>
          <a:lstStyle/>
          <a:p>
            <a:r>
              <a:rPr lang="en-US" sz="4000" b="1" spc="-302" dirty="0">
                <a:solidFill>
                  <a:srgbClr val="DBD2C3"/>
                </a:solidFill>
                <a:latin typeface="Arial Nova" panose="020B0504020202020204" pitchFamily="34" charset="0"/>
              </a:rPr>
              <a:t>Your venture idea. </a:t>
            </a:r>
          </a:p>
          <a:p>
            <a:r>
              <a:rPr lang="en-US" sz="4000" b="1" spc="-302" dirty="0">
                <a:solidFill>
                  <a:srgbClr val="DBD2C3"/>
                </a:solidFill>
                <a:latin typeface="Arial Nova" panose="020B0504020202020204" pitchFamily="34" charset="0"/>
              </a:rPr>
              <a:t>In ten words – or less.</a:t>
            </a:r>
          </a:p>
        </p:txBody>
      </p:sp>
      <p:sp>
        <p:nvSpPr>
          <p:cNvPr id="14" name="TextBox 13">
            <a:extLst>
              <a:ext uri="{FF2B5EF4-FFF2-40B4-BE49-F238E27FC236}">
                <a16:creationId xmlns:a16="http://schemas.microsoft.com/office/drawing/2014/main" id="{D82F8666-0514-641A-CA38-8CE960093ABE}"/>
              </a:ext>
            </a:extLst>
          </p:cNvPr>
          <p:cNvSpPr txBox="1"/>
          <p:nvPr/>
        </p:nvSpPr>
        <p:spPr>
          <a:xfrm>
            <a:off x="-1367678" y="9627206"/>
            <a:ext cx="3899211" cy="200055"/>
          </a:xfrm>
          <a:prstGeom prst="rect">
            <a:avLst/>
          </a:prstGeom>
          <a:noFill/>
        </p:spPr>
        <p:txBody>
          <a:bodyPr wrap="square">
            <a:spAutoFit/>
          </a:bodyPr>
          <a:lstStyle/>
          <a:p>
            <a:pPr algn="r"/>
            <a:r>
              <a:rPr lang="en-US" sz="700" b="1" spc="300" dirty="0">
                <a:solidFill>
                  <a:srgbClr val="C00000"/>
                </a:solidFill>
                <a:latin typeface="Arial Nova" panose="020B0504020202020204" pitchFamily="34" charset="0"/>
                <a:sym typeface="Wingdings" panose="05000000000000000000" pitchFamily="2" charset="2"/>
              </a:rPr>
              <a:t> </a:t>
            </a:r>
            <a:r>
              <a:rPr lang="en-US" sz="700" b="1" spc="300" dirty="0">
                <a:solidFill>
                  <a:srgbClr val="C00000"/>
                </a:solidFill>
                <a:latin typeface="Arial Nova" panose="020B0504020202020204" pitchFamily="34" charset="0"/>
              </a:rPr>
              <a:t>TECHNOLOGY VENTURES</a:t>
            </a:r>
            <a:endParaRPr lang="en-US" sz="400" spc="300" dirty="0">
              <a:solidFill>
                <a:srgbClr val="C00000"/>
              </a:solidFill>
            </a:endParaRPr>
          </a:p>
        </p:txBody>
      </p:sp>
    </p:spTree>
    <p:extLst>
      <p:ext uri="{BB962C8B-B14F-4D97-AF65-F5344CB8AC3E}">
        <p14:creationId xmlns:p14="http://schemas.microsoft.com/office/powerpoint/2010/main" val="3944492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DBD2C3"/>
        </a:solidFill>
        <a:effectLst/>
      </p:bgPr>
    </p:bg>
    <p:spTree>
      <p:nvGrpSpPr>
        <p:cNvPr id="1" name="">
          <a:extLst>
            <a:ext uri="{FF2B5EF4-FFF2-40B4-BE49-F238E27FC236}">
              <a16:creationId xmlns:a16="http://schemas.microsoft.com/office/drawing/2014/main" id="{9BB11EC7-5F2B-9318-6199-4990B9B54E79}"/>
            </a:ext>
          </a:extLst>
        </p:cNvPr>
        <p:cNvGrpSpPr/>
        <p:nvPr/>
      </p:nvGrpSpPr>
      <p:grpSpPr>
        <a:xfrm>
          <a:off x="0" y="0"/>
          <a:ext cx="0" cy="0"/>
          <a:chOff x="0" y="0"/>
          <a:chExt cx="0" cy="0"/>
        </a:xfrm>
      </p:grpSpPr>
      <p:pic>
        <p:nvPicPr>
          <p:cNvPr id="1030" name="Picture 6">
            <a:extLst>
              <a:ext uri="{FF2B5EF4-FFF2-40B4-BE49-F238E27FC236}">
                <a16:creationId xmlns:a16="http://schemas.microsoft.com/office/drawing/2014/main" id="{DD943385-D25B-816F-9C05-0EC58A54A7C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16667" b="16667"/>
          <a:stretch/>
        </p:blipFill>
        <p:spPr bwMode="auto">
          <a:xfrm>
            <a:off x="382161" y="414034"/>
            <a:ext cx="6176639" cy="6176639"/>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6CEABE5A-BB5F-5BBD-61D1-C1A67507B288}"/>
              </a:ext>
            </a:extLst>
          </p:cNvPr>
          <p:cNvSpPr txBox="1"/>
          <p:nvPr/>
        </p:nvSpPr>
        <p:spPr>
          <a:xfrm>
            <a:off x="557998" y="3265808"/>
            <a:ext cx="5792001" cy="707886"/>
          </a:xfrm>
          <a:prstGeom prst="rect">
            <a:avLst/>
          </a:prstGeom>
          <a:noFill/>
        </p:spPr>
        <p:txBody>
          <a:bodyPr wrap="square" rtlCol="0">
            <a:spAutoFit/>
          </a:bodyPr>
          <a:lstStyle/>
          <a:p>
            <a:pPr algn="r"/>
            <a:r>
              <a:rPr lang="en-US" sz="4000" b="1" spc="-302" dirty="0">
                <a:solidFill>
                  <a:srgbClr val="DBD2C3"/>
                </a:solidFill>
                <a:latin typeface="Arial Nova" panose="020B0504020202020204" pitchFamily="34" charset="0"/>
              </a:rPr>
              <a:t>A teaser works too</a:t>
            </a:r>
          </a:p>
        </p:txBody>
      </p:sp>
      <p:sp>
        <p:nvSpPr>
          <p:cNvPr id="6" name="TextBox 5">
            <a:extLst>
              <a:ext uri="{FF2B5EF4-FFF2-40B4-BE49-F238E27FC236}">
                <a16:creationId xmlns:a16="http://schemas.microsoft.com/office/drawing/2014/main" id="{D17A98A7-2C2E-5A3E-FB1D-A6F057D6ACC6}"/>
              </a:ext>
            </a:extLst>
          </p:cNvPr>
          <p:cNvSpPr txBox="1"/>
          <p:nvPr/>
        </p:nvSpPr>
        <p:spPr>
          <a:xfrm>
            <a:off x="361373" y="6906614"/>
            <a:ext cx="3503471" cy="2123658"/>
          </a:xfrm>
          <a:prstGeom prst="rect">
            <a:avLst/>
          </a:prstGeom>
          <a:noFill/>
        </p:spPr>
        <p:txBody>
          <a:bodyPr wrap="square" rtlCol="0">
            <a:spAutoFit/>
          </a:bodyPr>
          <a:lstStyle/>
          <a:p>
            <a:r>
              <a:rPr lang="en-US" sz="1100" b="1" dirty="0">
                <a:solidFill>
                  <a:schemeClr val="bg2">
                    <a:lumMod val="25000"/>
                  </a:schemeClr>
                </a:solidFill>
                <a:latin typeface="Arial Nova" panose="020B0504020202020204" pitchFamily="34" charset="0"/>
              </a:rPr>
              <a:t>Short story. </a:t>
            </a:r>
            <a:r>
              <a:rPr lang="en-US" sz="1100" dirty="0">
                <a:solidFill>
                  <a:schemeClr val="bg2">
                    <a:lumMod val="25000"/>
                  </a:schemeClr>
                </a:solidFill>
                <a:latin typeface="Arial Nova" panose="020B0504020202020204" pitchFamily="34" charset="0"/>
              </a:rPr>
              <a:t>Anna runs a small firm. Each week she faces a recurring task that consumes time and creates errors. Existing tools help at the margins but are suboptimal for demonstrable reasons. This technology or method, developed in world-class research institutes, promises to redefine the way Anna works, and deliver measurable, concrete performance improvement. </a:t>
            </a:r>
            <a:r>
              <a:rPr lang="en-US" sz="1100" b="1" dirty="0">
                <a:solidFill>
                  <a:schemeClr val="bg2">
                    <a:lumMod val="25000"/>
                  </a:schemeClr>
                </a:solidFill>
                <a:latin typeface="Arial Nova" panose="020B0504020202020204" pitchFamily="34" charset="0"/>
              </a:rPr>
              <a:t>Call to action</a:t>
            </a:r>
            <a:r>
              <a:rPr lang="en-US" sz="1100" dirty="0">
                <a:solidFill>
                  <a:schemeClr val="bg2">
                    <a:lumMod val="25000"/>
                  </a:schemeClr>
                </a:solidFill>
                <a:latin typeface="Arial Nova" panose="020B0504020202020204" pitchFamily="34" charset="0"/>
              </a:rPr>
              <a:t>. I seek talents that have shipped similar systems before, with relevant industry experience, and comfortable working in highly uncertain environments, so that Anna will never have to struggle with this task again. </a:t>
            </a:r>
          </a:p>
        </p:txBody>
      </p:sp>
      <p:pic>
        <p:nvPicPr>
          <p:cNvPr id="7" name="Picture 6">
            <a:extLst>
              <a:ext uri="{FF2B5EF4-FFF2-40B4-BE49-F238E27FC236}">
                <a16:creationId xmlns:a16="http://schemas.microsoft.com/office/drawing/2014/main" id="{BAA8E3EF-1020-28C6-B23E-FE357676E1B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4" r="50334" b="50310"/>
          <a:stretch>
            <a:fillRect/>
          </a:stretch>
        </p:blipFill>
        <p:spPr bwMode="auto">
          <a:xfrm rot="18900000">
            <a:off x="4386574" y="6584911"/>
            <a:ext cx="2258119" cy="2258119"/>
          </a:xfrm>
          <a:prstGeom prst="ellipse">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93969143-D046-3493-A55E-90A95AC776E7}"/>
              </a:ext>
            </a:extLst>
          </p:cNvPr>
          <p:cNvSpPr txBox="1"/>
          <p:nvPr/>
        </p:nvSpPr>
        <p:spPr>
          <a:xfrm>
            <a:off x="4972290" y="7298821"/>
            <a:ext cx="1193939" cy="721300"/>
          </a:xfrm>
          <a:prstGeom prst="rect">
            <a:avLst/>
          </a:prstGeom>
          <a:noFill/>
        </p:spPr>
        <p:txBody>
          <a:bodyPr wrap="square" rtlCol="0">
            <a:spAutoFit/>
          </a:bodyPr>
          <a:lstStyle/>
          <a:p>
            <a:r>
              <a:rPr lang="en-US" sz="4027" b="1" spc="-302" dirty="0">
                <a:solidFill>
                  <a:srgbClr val="DBD2C3"/>
                </a:solidFill>
                <a:latin typeface="Arial Nova" panose="020B0504020202020204" pitchFamily="34" charset="0"/>
              </a:rPr>
              <a:t>You</a:t>
            </a:r>
          </a:p>
        </p:txBody>
      </p:sp>
      <p:sp>
        <p:nvSpPr>
          <p:cNvPr id="9" name="TextBox 8">
            <a:extLst>
              <a:ext uri="{FF2B5EF4-FFF2-40B4-BE49-F238E27FC236}">
                <a16:creationId xmlns:a16="http://schemas.microsoft.com/office/drawing/2014/main" id="{85FF4F92-9F7C-F0E8-A30B-0C2752F2C2A9}"/>
              </a:ext>
            </a:extLst>
          </p:cNvPr>
          <p:cNvSpPr txBox="1"/>
          <p:nvPr/>
        </p:nvSpPr>
        <p:spPr>
          <a:xfrm>
            <a:off x="-1367678" y="9627206"/>
            <a:ext cx="3899211" cy="200055"/>
          </a:xfrm>
          <a:prstGeom prst="rect">
            <a:avLst/>
          </a:prstGeom>
          <a:noFill/>
        </p:spPr>
        <p:txBody>
          <a:bodyPr wrap="square">
            <a:spAutoFit/>
          </a:bodyPr>
          <a:lstStyle/>
          <a:p>
            <a:pPr algn="r"/>
            <a:r>
              <a:rPr lang="en-US" sz="700" b="1" spc="300" dirty="0">
                <a:solidFill>
                  <a:srgbClr val="C00000"/>
                </a:solidFill>
                <a:latin typeface="Arial Nova" panose="020B0504020202020204" pitchFamily="34" charset="0"/>
                <a:sym typeface="Wingdings" panose="05000000000000000000" pitchFamily="2" charset="2"/>
              </a:rPr>
              <a:t> </a:t>
            </a:r>
            <a:r>
              <a:rPr lang="en-US" sz="700" b="1" spc="300" dirty="0">
                <a:solidFill>
                  <a:srgbClr val="C00000"/>
                </a:solidFill>
                <a:latin typeface="Arial Nova" panose="020B0504020202020204" pitchFamily="34" charset="0"/>
              </a:rPr>
              <a:t>TECHNOLOGY VENTURES</a:t>
            </a:r>
            <a:endParaRPr lang="en-US" sz="400" spc="300" dirty="0">
              <a:solidFill>
                <a:srgbClr val="C00000"/>
              </a:solidFill>
            </a:endParaRPr>
          </a:p>
        </p:txBody>
      </p:sp>
      <p:sp>
        <p:nvSpPr>
          <p:cNvPr id="12" name="TextBox 11">
            <a:extLst>
              <a:ext uri="{FF2B5EF4-FFF2-40B4-BE49-F238E27FC236}">
                <a16:creationId xmlns:a16="http://schemas.microsoft.com/office/drawing/2014/main" id="{5ECE4BA4-C4F2-AFAF-BEC9-6465D71564F7}"/>
              </a:ext>
            </a:extLst>
          </p:cNvPr>
          <p:cNvSpPr txBox="1"/>
          <p:nvPr/>
        </p:nvSpPr>
        <p:spPr>
          <a:xfrm>
            <a:off x="4123267" y="8972687"/>
            <a:ext cx="2456319" cy="869469"/>
          </a:xfrm>
          <a:prstGeom prst="rect">
            <a:avLst/>
          </a:prstGeom>
          <a:noFill/>
        </p:spPr>
        <p:txBody>
          <a:bodyPr wrap="square">
            <a:spAutoFit/>
          </a:bodyPr>
          <a:lstStyle/>
          <a:p>
            <a:pPr algn="r">
              <a:spcAft>
                <a:spcPts val="300"/>
              </a:spcAft>
            </a:pPr>
            <a:r>
              <a:rPr lang="en-US" sz="1300" b="1" dirty="0">
                <a:solidFill>
                  <a:schemeClr val="bg2">
                    <a:lumMod val="25000"/>
                  </a:schemeClr>
                </a:solidFill>
                <a:latin typeface="Arial Nova" panose="020B0504020202020204" pitchFamily="34" charset="0"/>
              </a:rPr>
              <a:t>Name, Surname</a:t>
            </a:r>
            <a:endParaRPr lang="en-US" sz="1300" b="1" dirty="0">
              <a:solidFill>
                <a:schemeClr val="bg2">
                  <a:lumMod val="25000"/>
                </a:schemeClr>
              </a:solidFill>
              <a:latin typeface="Arial Nova" panose="020B0504020202020204" pitchFamily="34" charset="0"/>
              <a:sym typeface="Wingdings" panose="05000000000000000000" pitchFamily="2" charset="2"/>
            </a:endParaRPr>
          </a:p>
          <a:p>
            <a:pPr algn="r">
              <a:spcAft>
                <a:spcPts val="300"/>
              </a:spcAft>
            </a:pPr>
            <a:r>
              <a:rPr lang="en-US" sz="1050" dirty="0">
                <a:solidFill>
                  <a:schemeClr val="bg2">
                    <a:lumMod val="25000"/>
                  </a:schemeClr>
                </a:solidFill>
                <a:latin typeface="Arial Nova" panose="020B0504020202020204" pitchFamily="34" charset="0"/>
                <a:sym typeface="Wingdings" panose="05000000000000000000" pitchFamily="2" charset="2"/>
              </a:rPr>
              <a:t>Study program</a:t>
            </a:r>
          </a:p>
          <a:p>
            <a:pPr algn="r">
              <a:spcAft>
                <a:spcPts val="300"/>
              </a:spcAft>
            </a:pPr>
            <a:r>
              <a:rPr lang="en-US" sz="1050" dirty="0">
                <a:solidFill>
                  <a:schemeClr val="bg2">
                    <a:lumMod val="25000"/>
                  </a:schemeClr>
                </a:solidFill>
                <a:latin typeface="Arial Nova" panose="020B0504020202020204" pitchFamily="34" charset="0"/>
                <a:sym typeface="Wingdings" panose="05000000000000000000" pitchFamily="2" charset="2"/>
              </a:rPr>
              <a:t>keyword  keyword   keyword </a:t>
            </a:r>
            <a:r>
              <a:rPr lang="en-US" sz="1050" dirty="0" err="1">
                <a:solidFill>
                  <a:schemeClr val="bg2">
                    <a:lumMod val="25000"/>
                  </a:schemeClr>
                </a:solidFill>
                <a:latin typeface="Arial Nova" panose="020B0504020202020204" pitchFamily="34" charset="0"/>
                <a:sym typeface="Wingdings" panose="05000000000000000000" pitchFamily="2" charset="2"/>
              </a:rPr>
              <a:t>keyword</a:t>
            </a:r>
            <a:r>
              <a:rPr lang="en-US" sz="1050" dirty="0">
                <a:solidFill>
                  <a:schemeClr val="bg2">
                    <a:lumMod val="25000"/>
                  </a:schemeClr>
                </a:solidFill>
                <a:latin typeface="Arial Nova" panose="020B0504020202020204" pitchFamily="34" charset="0"/>
                <a:sym typeface="Wingdings" panose="05000000000000000000" pitchFamily="2" charset="2"/>
              </a:rPr>
              <a:t>  keyword   keyword</a:t>
            </a:r>
            <a:endParaRPr lang="en-US" sz="1050" dirty="0">
              <a:solidFill>
                <a:schemeClr val="bg2">
                  <a:lumMod val="25000"/>
                </a:schemeClr>
              </a:solidFill>
            </a:endParaRPr>
          </a:p>
        </p:txBody>
      </p:sp>
    </p:spTree>
    <p:extLst>
      <p:ext uri="{BB962C8B-B14F-4D97-AF65-F5344CB8AC3E}">
        <p14:creationId xmlns:p14="http://schemas.microsoft.com/office/powerpoint/2010/main" val="24810719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DBD2C3"/>
        </a:solidFill>
        <a:effectLst/>
      </p:bgPr>
    </p:bg>
    <p:spTree>
      <p:nvGrpSpPr>
        <p:cNvPr id="1" name="">
          <a:extLst>
            <a:ext uri="{FF2B5EF4-FFF2-40B4-BE49-F238E27FC236}">
              <a16:creationId xmlns:a16="http://schemas.microsoft.com/office/drawing/2014/main" id="{1801A3E9-0001-4A6C-8FFC-57D9FFBC8A9C}"/>
            </a:ext>
          </a:extLst>
        </p:cNvPr>
        <p:cNvGrpSpPr/>
        <p:nvPr/>
      </p:nvGrpSpPr>
      <p:grpSpPr>
        <a:xfrm>
          <a:off x="0" y="0"/>
          <a:ext cx="0" cy="0"/>
          <a:chOff x="0" y="0"/>
          <a:chExt cx="0" cy="0"/>
        </a:xfrm>
      </p:grpSpPr>
      <p:pic>
        <p:nvPicPr>
          <p:cNvPr id="1030" name="Picture 6">
            <a:extLst>
              <a:ext uri="{FF2B5EF4-FFF2-40B4-BE49-F238E27FC236}">
                <a16:creationId xmlns:a16="http://schemas.microsoft.com/office/drawing/2014/main" id="{4104D8FE-2651-D108-5103-6325F19F3B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16667" b="16667"/>
          <a:stretch/>
        </p:blipFill>
        <p:spPr bwMode="auto">
          <a:xfrm rot="5400000">
            <a:off x="361374" y="393247"/>
            <a:ext cx="6218213" cy="6218213"/>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456BA3C3-9DDA-26FD-1629-8243EFD9DC7F}"/>
              </a:ext>
            </a:extLst>
          </p:cNvPr>
          <p:cNvSpPr txBox="1"/>
          <p:nvPr/>
        </p:nvSpPr>
        <p:spPr>
          <a:xfrm>
            <a:off x="558000" y="598808"/>
            <a:ext cx="5789085" cy="1323439"/>
          </a:xfrm>
          <a:prstGeom prst="rect">
            <a:avLst/>
          </a:prstGeom>
          <a:noFill/>
        </p:spPr>
        <p:txBody>
          <a:bodyPr wrap="none" rtlCol="0">
            <a:spAutoFit/>
          </a:bodyPr>
          <a:lstStyle/>
          <a:p>
            <a:r>
              <a:rPr lang="en-US" sz="4000" b="1" spc="-302" dirty="0">
                <a:solidFill>
                  <a:srgbClr val="DBD2C3"/>
                </a:solidFill>
                <a:latin typeface="Arial Nova" panose="020B0504020202020204" pitchFamily="34" charset="0"/>
              </a:rPr>
              <a:t>The header is the first thing </a:t>
            </a:r>
          </a:p>
          <a:p>
            <a:r>
              <a:rPr lang="en-US" sz="4000" b="1" spc="-302" dirty="0">
                <a:solidFill>
                  <a:srgbClr val="DBD2C3"/>
                </a:solidFill>
                <a:latin typeface="Arial Nova" panose="020B0504020202020204" pitchFamily="34" charset="0"/>
              </a:rPr>
              <a:t>we see. Make it count. </a:t>
            </a:r>
          </a:p>
        </p:txBody>
      </p:sp>
      <p:sp>
        <p:nvSpPr>
          <p:cNvPr id="6" name="TextBox 5">
            <a:extLst>
              <a:ext uri="{FF2B5EF4-FFF2-40B4-BE49-F238E27FC236}">
                <a16:creationId xmlns:a16="http://schemas.microsoft.com/office/drawing/2014/main" id="{D90E6812-02FC-6BBD-6DC9-55B3D0C17FA6}"/>
              </a:ext>
            </a:extLst>
          </p:cNvPr>
          <p:cNvSpPr txBox="1"/>
          <p:nvPr/>
        </p:nvSpPr>
        <p:spPr>
          <a:xfrm>
            <a:off x="361373" y="6906614"/>
            <a:ext cx="3503471" cy="2292935"/>
          </a:xfrm>
          <a:prstGeom prst="rect">
            <a:avLst/>
          </a:prstGeom>
          <a:noFill/>
        </p:spPr>
        <p:txBody>
          <a:bodyPr wrap="square" rtlCol="0">
            <a:spAutoFit/>
          </a:bodyPr>
          <a:lstStyle/>
          <a:p>
            <a:r>
              <a:rPr lang="en-US" sz="1100" b="1" dirty="0">
                <a:solidFill>
                  <a:schemeClr val="bg2">
                    <a:lumMod val="25000"/>
                  </a:schemeClr>
                </a:solidFill>
                <a:latin typeface="Arial Nova" panose="020B0504020202020204" pitchFamily="34" charset="0"/>
              </a:rPr>
              <a:t>Before</a:t>
            </a:r>
            <a:r>
              <a:rPr lang="en-US" sz="1100" dirty="0">
                <a:solidFill>
                  <a:schemeClr val="bg2">
                    <a:lumMod val="25000"/>
                  </a:schemeClr>
                </a:solidFill>
                <a:latin typeface="Arial Nova" panose="020B0504020202020204" pitchFamily="34" charset="0"/>
              </a:rPr>
              <a:t>. Today, the typical user experiences important issues, which negatively affect personal well-being or professional performance. This example will make it much clearer for the reader to understand the problem. </a:t>
            </a:r>
            <a:r>
              <a:rPr lang="en-US" sz="1100" b="1" dirty="0">
                <a:solidFill>
                  <a:schemeClr val="bg2">
                    <a:lumMod val="25000"/>
                  </a:schemeClr>
                </a:solidFill>
                <a:latin typeface="Arial Nova" panose="020B0504020202020204" pitchFamily="34" charset="0"/>
              </a:rPr>
              <a:t>After</a:t>
            </a:r>
            <a:r>
              <a:rPr lang="en-US" sz="1100" dirty="0">
                <a:solidFill>
                  <a:schemeClr val="bg2">
                    <a:lumMod val="25000"/>
                  </a:schemeClr>
                </a:solidFill>
                <a:latin typeface="Arial Nova" panose="020B0504020202020204" pitchFamily="34" charset="0"/>
              </a:rPr>
              <a:t>. We replace the traditional experience with a radically new one. We provide a compelling description, and / or an example that contrast with the preceding one. </a:t>
            </a:r>
            <a:r>
              <a:rPr lang="en-US" sz="1100" b="1" dirty="0">
                <a:solidFill>
                  <a:schemeClr val="bg2">
                    <a:lumMod val="25000"/>
                  </a:schemeClr>
                </a:solidFill>
                <a:latin typeface="Arial Nova" panose="020B0504020202020204" pitchFamily="34" charset="0"/>
              </a:rPr>
              <a:t>Weak signals</a:t>
            </a:r>
            <a:r>
              <a:rPr lang="en-US" sz="1100" dirty="0">
                <a:solidFill>
                  <a:schemeClr val="bg2">
                    <a:lumMod val="25000"/>
                  </a:schemeClr>
                </a:solidFill>
                <a:latin typeface="Arial Nova" panose="020B0504020202020204" pitchFamily="34" charset="0"/>
              </a:rPr>
              <a:t>. We list here a few cues, such as insights from industry or technical reports, that may anticipate the readers’ questions and reassure them (at least partially) on some of the key risks and uncertainties, such as feasibility or customer acceptance.</a:t>
            </a:r>
          </a:p>
        </p:txBody>
      </p:sp>
      <p:pic>
        <p:nvPicPr>
          <p:cNvPr id="7" name="Picture 6">
            <a:extLst>
              <a:ext uri="{FF2B5EF4-FFF2-40B4-BE49-F238E27FC236}">
                <a16:creationId xmlns:a16="http://schemas.microsoft.com/office/drawing/2014/main" id="{3A51EF9D-DCB5-39ED-DE9E-3A72E1EE1F1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6085" t="31833" r="17262" b="37066"/>
          <a:stretch>
            <a:fillRect/>
          </a:stretch>
        </p:blipFill>
        <p:spPr bwMode="auto">
          <a:xfrm rot="18900000">
            <a:off x="4386574" y="6610312"/>
            <a:ext cx="2258119" cy="2258119"/>
          </a:xfrm>
          <a:prstGeom prst="ellipse">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8A0D6B9B-A3C0-C826-7482-6EC27602F28B}"/>
              </a:ext>
            </a:extLst>
          </p:cNvPr>
          <p:cNvSpPr txBox="1"/>
          <p:nvPr/>
        </p:nvSpPr>
        <p:spPr>
          <a:xfrm>
            <a:off x="4972290" y="7324222"/>
            <a:ext cx="1193939" cy="721300"/>
          </a:xfrm>
          <a:prstGeom prst="rect">
            <a:avLst/>
          </a:prstGeom>
          <a:noFill/>
        </p:spPr>
        <p:txBody>
          <a:bodyPr wrap="square" rtlCol="0">
            <a:spAutoFit/>
          </a:bodyPr>
          <a:lstStyle/>
          <a:p>
            <a:r>
              <a:rPr lang="en-US" sz="4000" b="1" spc="-302" dirty="0">
                <a:solidFill>
                  <a:srgbClr val="DBD2C3"/>
                </a:solidFill>
                <a:latin typeface="Arial Nova" panose="020B0504020202020204" pitchFamily="34" charset="0"/>
              </a:rPr>
              <a:t>You</a:t>
            </a:r>
          </a:p>
        </p:txBody>
      </p:sp>
      <p:sp>
        <p:nvSpPr>
          <p:cNvPr id="4" name="TextBox 3">
            <a:extLst>
              <a:ext uri="{FF2B5EF4-FFF2-40B4-BE49-F238E27FC236}">
                <a16:creationId xmlns:a16="http://schemas.microsoft.com/office/drawing/2014/main" id="{E4463A05-C4E1-E202-3B38-63E061F19B4C}"/>
              </a:ext>
            </a:extLst>
          </p:cNvPr>
          <p:cNvSpPr txBox="1"/>
          <p:nvPr/>
        </p:nvSpPr>
        <p:spPr>
          <a:xfrm>
            <a:off x="-1367678" y="9627206"/>
            <a:ext cx="3899211" cy="200055"/>
          </a:xfrm>
          <a:prstGeom prst="rect">
            <a:avLst/>
          </a:prstGeom>
          <a:noFill/>
        </p:spPr>
        <p:txBody>
          <a:bodyPr wrap="square">
            <a:spAutoFit/>
          </a:bodyPr>
          <a:lstStyle/>
          <a:p>
            <a:pPr algn="r"/>
            <a:r>
              <a:rPr lang="en-US" sz="700" b="1" spc="300" dirty="0">
                <a:solidFill>
                  <a:srgbClr val="C00000"/>
                </a:solidFill>
                <a:latin typeface="Arial Nova" panose="020B0504020202020204" pitchFamily="34" charset="0"/>
                <a:sym typeface="Wingdings" panose="05000000000000000000" pitchFamily="2" charset="2"/>
              </a:rPr>
              <a:t> </a:t>
            </a:r>
            <a:r>
              <a:rPr lang="en-US" sz="700" b="1" spc="300" dirty="0">
                <a:solidFill>
                  <a:srgbClr val="C00000"/>
                </a:solidFill>
                <a:latin typeface="Arial Nova" panose="020B0504020202020204" pitchFamily="34" charset="0"/>
              </a:rPr>
              <a:t>TECHNOLOGY VENTURES</a:t>
            </a:r>
            <a:endParaRPr lang="en-US" sz="400" spc="300" dirty="0">
              <a:solidFill>
                <a:srgbClr val="C00000"/>
              </a:solidFill>
            </a:endParaRPr>
          </a:p>
        </p:txBody>
      </p:sp>
      <p:sp>
        <p:nvSpPr>
          <p:cNvPr id="9" name="TextBox 8">
            <a:extLst>
              <a:ext uri="{FF2B5EF4-FFF2-40B4-BE49-F238E27FC236}">
                <a16:creationId xmlns:a16="http://schemas.microsoft.com/office/drawing/2014/main" id="{CEB18706-AE7F-72D7-C202-F51498ADA23C}"/>
              </a:ext>
            </a:extLst>
          </p:cNvPr>
          <p:cNvSpPr txBox="1"/>
          <p:nvPr/>
        </p:nvSpPr>
        <p:spPr>
          <a:xfrm>
            <a:off x="4123267" y="8998088"/>
            <a:ext cx="2456319" cy="854080"/>
          </a:xfrm>
          <a:prstGeom prst="rect">
            <a:avLst/>
          </a:prstGeom>
          <a:noFill/>
        </p:spPr>
        <p:txBody>
          <a:bodyPr wrap="square">
            <a:spAutoFit/>
          </a:bodyPr>
          <a:lstStyle/>
          <a:p>
            <a:pPr algn="r">
              <a:spcAft>
                <a:spcPts val="300"/>
              </a:spcAft>
            </a:pPr>
            <a:r>
              <a:rPr lang="en-US" sz="1300" b="1" dirty="0">
                <a:solidFill>
                  <a:schemeClr val="bg2">
                    <a:lumMod val="25000"/>
                  </a:schemeClr>
                </a:solidFill>
                <a:latin typeface="Arial Nova" panose="020B0504020202020204" pitchFamily="34" charset="0"/>
              </a:rPr>
              <a:t>Name, Surname</a:t>
            </a:r>
            <a:endParaRPr lang="en-US" sz="1300" b="1" dirty="0">
              <a:solidFill>
                <a:schemeClr val="bg2">
                  <a:lumMod val="25000"/>
                </a:schemeClr>
              </a:solidFill>
              <a:latin typeface="Arial Nova" panose="020B0504020202020204" pitchFamily="34" charset="0"/>
              <a:sym typeface="Wingdings" panose="05000000000000000000" pitchFamily="2" charset="2"/>
            </a:endParaRPr>
          </a:p>
          <a:p>
            <a:pPr algn="r">
              <a:spcAft>
                <a:spcPts val="300"/>
              </a:spcAft>
            </a:pPr>
            <a:r>
              <a:rPr lang="en-US" sz="1050" dirty="0">
                <a:solidFill>
                  <a:schemeClr val="bg2">
                    <a:lumMod val="25000"/>
                  </a:schemeClr>
                </a:solidFill>
                <a:latin typeface="Arial Nova" panose="020B0504020202020204" pitchFamily="34" charset="0"/>
                <a:sym typeface="Wingdings" panose="05000000000000000000" pitchFamily="2" charset="2"/>
              </a:rPr>
              <a:t>Study program</a:t>
            </a:r>
          </a:p>
          <a:p>
            <a:pPr algn="r">
              <a:spcAft>
                <a:spcPts val="300"/>
              </a:spcAft>
            </a:pPr>
            <a:r>
              <a:rPr lang="en-US" sz="1050" dirty="0">
                <a:solidFill>
                  <a:schemeClr val="bg2">
                    <a:lumMod val="25000"/>
                  </a:schemeClr>
                </a:solidFill>
                <a:latin typeface="Arial Nova" panose="020B0504020202020204" pitchFamily="34" charset="0"/>
                <a:sym typeface="Wingdings" panose="05000000000000000000" pitchFamily="2" charset="2"/>
              </a:rPr>
              <a:t>Instead of keywords, you can write a sentence about yourself. Keep it short. </a:t>
            </a:r>
            <a:endParaRPr lang="en-US" sz="1050" dirty="0">
              <a:solidFill>
                <a:schemeClr val="bg2">
                  <a:lumMod val="25000"/>
                </a:schemeClr>
              </a:solidFill>
            </a:endParaRPr>
          </a:p>
        </p:txBody>
      </p:sp>
    </p:spTree>
    <p:extLst>
      <p:ext uri="{BB962C8B-B14F-4D97-AF65-F5344CB8AC3E}">
        <p14:creationId xmlns:p14="http://schemas.microsoft.com/office/powerpoint/2010/main" val="36369464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DBD2C3"/>
        </a:solidFill>
        <a:effectLst/>
      </p:bgPr>
    </p:bg>
    <p:spTree>
      <p:nvGrpSpPr>
        <p:cNvPr id="1" name="">
          <a:extLst>
            <a:ext uri="{FF2B5EF4-FFF2-40B4-BE49-F238E27FC236}">
              <a16:creationId xmlns:a16="http://schemas.microsoft.com/office/drawing/2014/main" id="{1A5C7F42-1B81-8A0E-C181-30D9EBD4A9AA}"/>
            </a:ext>
          </a:extLst>
        </p:cNvPr>
        <p:cNvGrpSpPr/>
        <p:nvPr/>
      </p:nvGrpSpPr>
      <p:grpSpPr>
        <a:xfrm>
          <a:off x="0" y="0"/>
          <a:ext cx="0" cy="0"/>
          <a:chOff x="0" y="0"/>
          <a:chExt cx="0" cy="0"/>
        </a:xfrm>
      </p:grpSpPr>
      <p:pic>
        <p:nvPicPr>
          <p:cNvPr id="1030" name="Picture 6">
            <a:extLst>
              <a:ext uri="{FF2B5EF4-FFF2-40B4-BE49-F238E27FC236}">
                <a16:creationId xmlns:a16="http://schemas.microsoft.com/office/drawing/2014/main" id="{E814CA1E-7974-36CC-DF13-F528DA03800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24" b="33109"/>
          <a:stretch>
            <a:fillRect/>
          </a:stretch>
        </p:blipFill>
        <p:spPr bwMode="auto">
          <a:xfrm>
            <a:off x="382161" y="414034"/>
            <a:ext cx="6176639" cy="6176639"/>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905DCAD1-603B-2E1D-4241-F934B47EAE19}"/>
              </a:ext>
            </a:extLst>
          </p:cNvPr>
          <p:cNvSpPr txBox="1"/>
          <p:nvPr/>
        </p:nvSpPr>
        <p:spPr>
          <a:xfrm>
            <a:off x="557998" y="598808"/>
            <a:ext cx="5792001" cy="1349646"/>
          </a:xfrm>
          <a:prstGeom prst="rect">
            <a:avLst/>
          </a:prstGeom>
          <a:noFill/>
        </p:spPr>
        <p:txBody>
          <a:bodyPr wrap="square" rtlCol="0">
            <a:spAutoFit/>
          </a:bodyPr>
          <a:lstStyle/>
          <a:p>
            <a:pPr algn="r"/>
            <a:r>
              <a:rPr lang="en-US" sz="4000" b="1" spc="-302" dirty="0">
                <a:solidFill>
                  <a:srgbClr val="DBD2C3"/>
                </a:solidFill>
                <a:latin typeface="Arial Nova" panose="020B0504020202020204" pitchFamily="34" charset="0"/>
              </a:rPr>
              <a:t>If one sentence is </a:t>
            </a:r>
          </a:p>
          <a:p>
            <a:pPr algn="r"/>
            <a:r>
              <a:rPr lang="en-US" sz="4000" b="1" i="1" spc="-302" dirty="0">
                <a:solidFill>
                  <a:srgbClr val="DBD2C3"/>
                </a:solidFill>
                <a:latin typeface="Arial Nova" panose="020B0504020202020204" pitchFamily="34" charset="0"/>
              </a:rPr>
              <a:t>really </a:t>
            </a:r>
            <a:r>
              <a:rPr lang="en-US" sz="4000" b="1" spc="-302" dirty="0">
                <a:solidFill>
                  <a:srgbClr val="DBD2C3"/>
                </a:solidFill>
                <a:latin typeface="Arial Nova" panose="020B0504020202020204" pitchFamily="34" charset="0"/>
              </a:rPr>
              <a:t>not enough…</a:t>
            </a:r>
          </a:p>
        </p:txBody>
      </p:sp>
      <p:sp>
        <p:nvSpPr>
          <p:cNvPr id="6" name="TextBox 5">
            <a:extLst>
              <a:ext uri="{FF2B5EF4-FFF2-40B4-BE49-F238E27FC236}">
                <a16:creationId xmlns:a16="http://schemas.microsoft.com/office/drawing/2014/main" id="{A4266770-B4FC-08A5-C265-9F8926661825}"/>
              </a:ext>
            </a:extLst>
          </p:cNvPr>
          <p:cNvSpPr txBox="1"/>
          <p:nvPr/>
        </p:nvSpPr>
        <p:spPr>
          <a:xfrm>
            <a:off x="361373" y="6906614"/>
            <a:ext cx="3503471" cy="1954381"/>
          </a:xfrm>
          <a:prstGeom prst="rect">
            <a:avLst/>
          </a:prstGeom>
          <a:noFill/>
        </p:spPr>
        <p:txBody>
          <a:bodyPr wrap="square" rtlCol="0">
            <a:spAutoFit/>
          </a:bodyPr>
          <a:lstStyle/>
          <a:p>
            <a:r>
              <a:rPr lang="en-US" sz="1100" b="1" dirty="0">
                <a:solidFill>
                  <a:schemeClr val="bg2">
                    <a:lumMod val="25000"/>
                  </a:schemeClr>
                </a:solidFill>
                <a:latin typeface="Arial Nova" panose="020B0504020202020204" pitchFamily="34" charset="0"/>
              </a:rPr>
              <a:t>Plan</a:t>
            </a:r>
            <a:r>
              <a:rPr lang="en-US" sz="1100" dirty="0">
                <a:solidFill>
                  <a:schemeClr val="bg2">
                    <a:lumMod val="25000"/>
                  </a:schemeClr>
                </a:solidFill>
                <a:latin typeface="Arial Nova" panose="020B0504020202020204" pitchFamily="34" charset="0"/>
              </a:rPr>
              <a:t>. We focus on a clear market niche with an unresolved, obvious issue. The plan is straightforward: this is the sequence of near-term milestones and the one or two outcomes that will define our success over the next months or years. </a:t>
            </a:r>
            <a:r>
              <a:rPr lang="en-US" sz="1100" b="1" dirty="0">
                <a:solidFill>
                  <a:schemeClr val="bg2">
                    <a:lumMod val="25000"/>
                  </a:schemeClr>
                </a:solidFill>
                <a:latin typeface="Arial Nova" panose="020B0504020202020204" pitchFamily="34" charset="0"/>
              </a:rPr>
              <a:t>Edge</a:t>
            </a:r>
            <a:r>
              <a:rPr lang="en-US" sz="1100" dirty="0">
                <a:solidFill>
                  <a:schemeClr val="bg2">
                    <a:lumMod val="25000"/>
                  </a:schemeClr>
                </a:solidFill>
                <a:latin typeface="Arial Nova" panose="020B0504020202020204" pitchFamily="34" charset="0"/>
              </a:rPr>
              <a:t>. Our approach differs from previous attempts in how it solves the problem. It may rely on innovative technologies, scientific breakthrough, and/or new approach. </a:t>
            </a:r>
            <a:r>
              <a:rPr lang="en-US" sz="1100" b="1" dirty="0">
                <a:solidFill>
                  <a:schemeClr val="bg2">
                    <a:lumMod val="25000"/>
                  </a:schemeClr>
                </a:solidFill>
                <a:latin typeface="Arial Nova" panose="020B0504020202020204" pitchFamily="34" charset="0"/>
              </a:rPr>
              <a:t>Next step</a:t>
            </a:r>
            <a:r>
              <a:rPr lang="en-US" sz="1100" dirty="0">
                <a:solidFill>
                  <a:schemeClr val="bg2">
                    <a:lumMod val="25000"/>
                  </a:schemeClr>
                </a:solidFill>
                <a:latin typeface="Arial Nova" panose="020B0504020202020204" pitchFamily="34" charset="0"/>
              </a:rPr>
              <a:t>. We will begin a limited pilot or run a first test, collect data, and decide on expansion based on evidence.</a:t>
            </a:r>
          </a:p>
        </p:txBody>
      </p:sp>
      <p:pic>
        <p:nvPicPr>
          <p:cNvPr id="7" name="Picture 6">
            <a:extLst>
              <a:ext uri="{FF2B5EF4-FFF2-40B4-BE49-F238E27FC236}">
                <a16:creationId xmlns:a16="http://schemas.microsoft.com/office/drawing/2014/main" id="{061FC350-DBAC-D0D5-3913-B34F0B0C7B5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4" r="50334" b="50310"/>
          <a:stretch>
            <a:fillRect/>
          </a:stretch>
        </p:blipFill>
        <p:spPr bwMode="auto">
          <a:xfrm rot="18900000">
            <a:off x="4386574" y="6584911"/>
            <a:ext cx="2258119" cy="2258119"/>
          </a:xfrm>
          <a:prstGeom prst="ellipse">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6A2B1A0E-D165-8ED8-1C90-255BDFAAF1D7}"/>
              </a:ext>
            </a:extLst>
          </p:cNvPr>
          <p:cNvSpPr txBox="1"/>
          <p:nvPr/>
        </p:nvSpPr>
        <p:spPr>
          <a:xfrm>
            <a:off x="4972290" y="7298821"/>
            <a:ext cx="1193939" cy="721300"/>
          </a:xfrm>
          <a:prstGeom prst="rect">
            <a:avLst/>
          </a:prstGeom>
          <a:noFill/>
        </p:spPr>
        <p:txBody>
          <a:bodyPr wrap="square" rtlCol="0">
            <a:spAutoFit/>
          </a:bodyPr>
          <a:lstStyle/>
          <a:p>
            <a:r>
              <a:rPr lang="en-US" sz="4027" b="1" spc="-302" dirty="0">
                <a:solidFill>
                  <a:srgbClr val="DBD2C3"/>
                </a:solidFill>
                <a:latin typeface="Arial Nova" panose="020B0504020202020204" pitchFamily="34" charset="0"/>
              </a:rPr>
              <a:t>You</a:t>
            </a:r>
          </a:p>
        </p:txBody>
      </p:sp>
      <p:sp>
        <p:nvSpPr>
          <p:cNvPr id="2" name="TextBox 1">
            <a:extLst>
              <a:ext uri="{FF2B5EF4-FFF2-40B4-BE49-F238E27FC236}">
                <a16:creationId xmlns:a16="http://schemas.microsoft.com/office/drawing/2014/main" id="{F7CCA556-AC38-4723-4082-0BF9E3703928}"/>
              </a:ext>
            </a:extLst>
          </p:cNvPr>
          <p:cNvSpPr txBox="1"/>
          <p:nvPr/>
        </p:nvSpPr>
        <p:spPr>
          <a:xfrm>
            <a:off x="557998" y="5574354"/>
            <a:ext cx="5856817" cy="829670"/>
          </a:xfrm>
          <a:prstGeom prst="rect">
            <a:avLst/>
          </a:prstGeom>
          <a:noFill/>
        </p:spPr>
        <p:txBody>
          <a:bodyPr wrap="square" rtlCol="0">
            <a:spAutoFit/>
          </a:bodyPr>
          <a:lstStyle/>
          <a:p>
            <a:r>
              <a:rPr lang="en-US" sz="1600" dirty="0">
                <a:solidFill>
                  <a:srgbClr val="DBD2C3"/>
                </a:solidFill>
                <a:latin typeface="Arial Nova" panose="020B0504020202020204" pitchFamily="34" charset="0"/>
              </a:rPr>
              <a:t>You may add a sub-header. </a:t>
            </a:r>
          </a:p>
          <a:p>
            <a:r>
              <a:rPr lang="en-US" sz="1600" dirty="0">
                <a:solidFill>
                  <a:srgbClr val="DBD2C3"/>
                </a:solidFill>
                <a:latin typeface="Arial Nova" panose="020B0504020202020204" pitchFamily="34" charset="0"/>
              </a:rPr>
              <a:t>Or a secondary text box.</a:t>
            </a:r>
          </a:p>
          <a:p>
            <a:r>
              <a:rPr lang="en-US" sz="1600" dirty="0">
                <a:solidFill>
                  <a:srgbClr val="DBD2C3"/>
                </a:solidFill>
                <a:latin typeface="Arial Nova" panose="020B0504020202020204" pitchFamily="34" charset="0"/>
              </a:rPr>
              <a:t>Keep it short &amp; clean, please.  </a:t>
            </a:r>
            <a:endParaRPr lang="en-US" sz="1600" dirty="0">
              <a:highlight>
                <a:srgbClr val="FFFF00"/>
              </a:highlight>
              <a:latin typeface="Arial Nova" panose="020B0504020202020204" pitchFamily="34" charset="0"/>
            </a:endParaRPr>
          </a:p>
        </p:txBody>
      </p:sp>
      <p:sp>
        <p:nvSpPr>
          <p:cNvPr id="9" name="TextBox 8">
            <a:extLst>
              <a:ext uri="{FF2B5EF4-FFF2-40B4-BE49-F238E27FC236}">
                <a16:creationId xmlns:a16="http://schemas.microsoft.com/office/drawing/2014/main" id="{37A4CA17-E058-8077-9199-E2F17F26953D}"/>
              </a:ext>
            </a:extLst>
          </p:cNvPr>
          <p:cNvSpPr txBox="1"/>
          <p:nvPr/>
        </p:nvSpPr>
        <p:spPr>
          <a:xfrm>
            <a:off x="-1367678" y="9627206"/>
            <a:ext cx="3899211" cy="200055"/>
          </a:xfrm>
          <a:prstGeom prst="rect">
            <a:avLst/>
          </a:prstGeom>
          <a:noFill/>
        </p:spPr>
        <p:txBody>
          <a:bodyPr wrap="square">
            <a:spAutoFit/>
          </a:bodyPr>
          <a:lstStyle/>
          <a:p>
            <a:pPr algn="r"/>
            <a:r>
              <a:rPr lang="en-US" sz="700" b="1" spc="300" dirty="0">
                <a:solidFill>
                  <a:srgbClr val="C00000"/>
                </a:solidFill>
                <a:latin typeface="Arial Nova" panose="020B0504020202020204" pitchFamily="34" charset="0"/>
                <a:sym typeface="Wingdings" panose="05000000000000000000" pitchFamily="2" charset="2"/>
              </a:rPr>
              <a:t> </a:t>
            </a:r>
            <a:r>
              <a:rPr lang="en-US" sz="700" b="1" spc="300" dirty="0">
                <a:solidFill>
                  <a:srgbClr val="C00000"/>
                </a:solidFill>
                <a:latin typeface="Arial Nova" panose="020B0504020202020204" pitchFamily="34" charset="0"/>
              </a:rPr>
              <a:t>TECHNOLOGY VENTURES</a:t>
            </a:r>
            <a:endParaRPr lang="en-US" sz="400" spc="300" dirty="0">
              <a:solidFill>
                <a:srgbClr val="C00000"/>
              </a:solidFill>
            </a:endParaRPr>
          </a:p>
        </p:txBody>
      </p:sp>
      <p:sp>
        <p:nvSpPr>
          <p:cNvPr id="11" name="TextBox 10">
            <a:extLst>
              <a:ext uri="{FF2B5EF4-FFF2-40B4-BE49-F238E27FC236}">
                <a16:creationId xmlns:a16="http://schemas.microsoft.com/office/drawing/2014/main" id="{81184B69-8882-1769-A3DC-4E762ECF9B3B}"/>
              </a:ext>
            </a:extLst>
          </p:cNvPr>
          <p:cNvSpPr txBox="1"/>
          <p:nvPr/>
        </p:nvSpPr>
        <p:spPr>
          <a:xfrm>
            <a:off x="4123267" y="8972687"/>
            <a:ext cx="2456319" cy="869469"/>
          </a:xfrm>
          <a:prstGeom prst="rect">
            <a:avLst/>
          </a:prstGeom>
          <a:noFill/>
        </p:spPr>
        <p:txBody>
          <a:bodyPr wrap="square">
            <a:spAutoFit/>
          </a:bodyPr>
          <a:lstStyle/>
          <a:p>
            <a:pPr algn="r">
              <a:spcAft>
                <a:spcPts val="300"/>
              </a:spcAft>
            </a:pPr>
            <a:r>
              <a:rPr lang="en-US" sz="1300" b="1" dirty="0">
                <a:solidFill>
                  <a:schemeClr val="bg2">
                    <a:lumMod val="25000"/>
                  </a:schemeClr>
                </a:solidFill>
                <a:latin typeface="Arial Nova" panose="020B0504020202020204" pitchFamily="34" charset="0"/>
              </a:rPr>
              <a:t>Name, Surname</a:t>
            </a:r>
            <a:endParaRPr lang="en-US" sz="1300" b="1" dirty="0">
              <a:solidFill>
                <a:schemeClr val="bg2">
                  <a:lumMod val="25000"/>
                </a:schemeClr>
              </a:solidFill>
              <a:latin typeface="Arial Nova" panose="020B0504020202020204" pitchFamily="34" charset="0"/>
              <a:sym typeface="Wingdings" panose="05000000000000000000" pitchFamily="2" charset="2"/>
            </a:endParaRPr>
          </a:p>
          <a:p>
            <a:pPr algn="r">
              <a:spcAft>
                <a:spcPts val="300"/>
              </a:spcAft>
            </a:pPr>
            <a:r>
              <a:rPr lang="en-US" sz="1050" dirty="0">
                <a:solidFill>
                  <a:schemeClr val="bg2">
                    <a:lumMod val="25000"/>
                  </a:schemeClr>
                </a:solidFill>
                <a:latin typeface="Arial Nova" panose="020B0504020202020204" pitchFamily="34" charset="0"/>
                <a:sym typeface="Wingdings" panose="05000000000000000000" pitchFamily="2" charset="2"/>
              </a:rPr>
              <a:t>Study program</a:t>
            </a:r>
          </a:p>
          <a:p>
            <a:pPr algn="r">
              <a:spcAft>
                <a:spcPts val="300"/>
              </a:spcAft>
            </a:pPr>
            <a:r>
              <a:rPr lang="en-US" sz="1050" dirty="0">
                <a:solidFill>
                  <a:schemeClr val="bg2">
                    <a:lumMod val="25000"/>
                  </a:schemeClr>
                </a:solidFill>
                <a:latin typeface="Arial Nova" panose="020B0504020202020204" pitchFamily="34" charset="0"/>
                <a:sym typeface="Wingdings" panose="05000000000000000000" pitchFamily="2" charset="2"/>
              </a:rPr>
              <a:t>keyword  keyword   keyword </a:t>
            </a:r>
            <a:r>
              <a:rPr lang="en-US" sz="1050" dirty="0" err="1">
                <a:solidFill>
                  <a:schemeClr val="bg2">
                    <a:lumMod val="25000"/>
                  </a:schemeClr>
                </a:solidFill>
                <a:latin typeface="Arial Nova" panose="020B0504020202020204" pitchFamily="34" charset="0"/>
                <a:sym typeface="Wingdings" panose="05000000000000000000" pitchFamily="2" charset="2"/>
              </a:rPr>
              <a:t>keyword</a:t>
            </a:r>
            <a:r>
              <a:rPr lang="en-US" sz="1050" dirty="0">
                <a:solidFill>
                  <a:schemeClr val="bg2">
                    <a:lumMod val="25000"/>
                  </a:schemeClr>
                </a:solidFill>
                <a:latin typeface="Arial Nova" panose="020B0504020202020204" pitchFamily="34" charset="0"/>
                <a:sym typeface="Wingdings" panose="05000000000000000000" pitchFamily="2" charset="2"/>
              </a:rPr>
              <a:t>  keyword   keyword</a:t>
            </a:r>
            <a:endParaRPr lang="en-US" sz="1050" dirty="0">
              <a:solidFill>
                <a:schemeClr val="bg2">
                  <a:lumMod val="25000"/>
                </a:schemeClr>
              </a:solidFill>
            </a:endParaRPr>
          </a:p>
        </p:txBody>
      </p:sp>
    </p:spTree>
    <p:extLst>
      <p:ext uri="{BB962C8B-B14F-4D97-AF65-F5344CB8AC3E}">
        <p14:creationId xmlns:p14="http://schemas.microsoft.com/office/powerpoint/2010/main" val="1663761372"/>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3132</TotalTime>
  <Words>559</Words>
  <Application>Microsoft Macintosh PowerPoint</Application>
  <PresentationFormat>Custom</PresentationFormat>
  <Paragraphs>34</Paragraphs>
  <Slides>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vt:i4>
      </vt:variant>
    </vt:vector>
  </HeadingPairs>
  <TitlesOfParts>
    <vt:vector size="9" baseType="lpstr">
      <vt:lpstr>Aptos</vt:lpstr>
      <vt:lpstr>Aptos Display</vt:lpstr>
      <vt:lpstr>Arial</vt:lpstr>
      <vt:lpstr>Arial Nova</vt:lpstr>
      <vt:lpstr>Office Theme</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davide bavato</dc:creator>
  <cp:lastModifiedBy>davide bavato</cp:lastModifiedBy>
  <cp:revision>2</cp:revision>
  <cp:lastPrinted>2025-09-17T13:46:48Z</cp:lastPrinted>
  <dcterms:created xsi:type="dcterms:W3CDTF">2025-09-15T09:42:12Z</dcterms:created>
  <dcterms:modified xsi:type="dcterms:W3CDTF">2026-09-17T09:01:25Z</dcterms:modified>
</cp:coreProperties>
</file>